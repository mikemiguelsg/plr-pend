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sldIdLst>
    <p:sldId id="256" r:id="rId5"/>
  </p:sldIdLst>
  <p:sldSz cx="136794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320731-F673-E8D2-9614-2018DD058851}" v="1" dt="2026-01-09T22:17:52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LINDO FERREIRA" userId="S::e712888@edp.pt::94d6857f-805f-4fa4-b002-d6222c09a033" providerId="AD" clId="Web-{CA320731-F673-E8D2-9614-2018DD058851}"/>
    <pc:docChg chg="modSld">
      <pc:chgData name="ARLINDO FERREIRA" userId="S::e712888@edp.pt::94d6857f-805f-4fa4-b002-d6222c09a033" providerId="AD" clId="Web-{CA320731-F673-E8D2-9614-2018DD058851}" dt="2026-01-09T22:17:52.057" v="0" actId="1076"/>
      <pc:docMkLst>
        <pc:docMk/>
      </pc:docMkLst>
      <pc:sldChg chg="modSp">
        <pc:chgData name="ARLINDO FERREIRA" userId="S::e712888@edp.pt::94d6857f-805f-4fa4-b002-d6222c09a033" providerId="AD" clId="Web-{CA320731-F673-E8D2-9614-2018DD058851}" dt="2026-01-09T22:17:52.057" v="0" actId="1076"/>
        <pc:sldMkLst>
          <pc:docMk/>
          <pc:sldMk cId="585028872" sldId="256"/>
        </pc:sldMkLst>
        <pc:cxnChg chg="mod">
          <ac:chgData name="ARLINDO FERREIRA" userId="S::e712888@edp.pt::94d6857f-805f-4fa4-b002-d6222c09a033" providerId="AD" clId="Web-{CA320731-F673-E8D2-9614-2018DD058851}" dt="2026-01-09T22:17:52.057" v="0" actId="1076"/>
          <ac:cxnSpMkLst>
            <pc:docMk/>
            <pc:sldMk cId="585028872" sldId="256"/>
            <ac:cxnSpMk id="66" creationId="{CB97D028-085D-3BC2-0382-7FC0B3BD298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133B0-427B-4F6A-A2D8-F916E15AED76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879475" y="1143000"/>
            <a:ext cx="5099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1A327-7DC5-434B-9115-57B7A3C8399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3929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1pPr>
    <a:lvl2pPr marL="502427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2pPr>
    <a:lvl3pPr marL="1004854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3pPr>
    <a:lvl4pPr marL="1507281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4pPr>
    <a:lvl5pPr marL="2009709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5pPr>
    <a:lvl6pPr marL="2512136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6pPr>
    <a:lvl7pPr marL="3014563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7pPr>
    <a:lvl8pPr marL="3516990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8pPr>
    <a:lvl9pPr marL="4019417" algn="l" defTabSz="1004854" rtl="0" eaLnBrk="1" latinLnBrk="0" hangingPunct="1">
      <a:defRPr sz="13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879475" y="1143000"/>
            <a:ext cx="509905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1A327-7DC5-434B-9115-57B7A3C83999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23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936" y="1355149"/>
            <a:ext cx="10259616" cy="2882806"/>
          </a:xfrm>
        </p:spPr>
        <p:txBody>
          <a:bodyPr anchor="b"/>
          <a:lstStyle>
            <a:lvl1pPr algn="ctr">
              <a:defRPr sz="6732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4349128"/>
            <a:ext cx="10259616" cy="1999179"/>
          </a:xfrm>
        </p:spPr>
        <p:txBody>
          <a:bodyPr/>
          <a:lstStyle>
            <a:lvl1pPr marL="0" indent="0" algn="ctr">
              <a:buNone/>
              <a:defRPr sz="2693"/>
            </a:lvl1pPr>
            <a:lvl2pPr marL="512978" indent="0" algn="ctr">
              <a:buNone/>
              <a:defRPr sz="2244"/>
            </a:lvl2pPr>
            <a:lvl3pPr marL="1025957" indent="0" algn="ctr">
              <a:buNone/>
              <a:defRPr sz="2020"/>
            </a:lvl3pPr>
            <a:lvl4pPr marL="1538935" indent="0" algn="ctr">
              <a:buNone/>
              <a:defRPr sz="1795"/>
            </a:lvl4pPr>
            <a:lvl5pPr marL="2051914" indent="0" algn="ctr">
              <a:buNone/>
              <a:defRPr sz="1795"/>
            </a:lvl5pPr>
            <a:lvl6pPr marL="2564892" indent="0" algn="ctr">
              <a:buNone/>
              <a:defRPr sz="1795"/>
            </a:lvl6pPr>
            <a:lvl7pPr marL="3077870" indent="0" algn="ctr">
              <a:buNone/>
              <a:defRPr sz="1795"/>
            </a:lvl7pPr>
            <a:lvl8pPr marL="3590849" indent="0" algn="ctr">
              <a:buNone/>
              <a:defRPr sz="1795"/>
            </a:lvl8pPr>
            <a:lvl9pPr marL="4103827" indent="0" algn="ctr">
              <a:buNone/>
              <a:defRPr sz="1795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43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68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0" y="2064351"/>
            <a:ext cx="11798558" cy="3444416"/>
          </a:xfrm>
        </p:spPr>
        <p:txBody>
          <a:bodyPr anchor="b"/>
          <a:lstStyle>
            <a:lvl1pPr>
              <a:defRPr sz="6732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0" y="5541352"/>
            <a:ext cx="11798558" cy="1811337"/>
          </a:xfrm>
        </p:spPr>
        <p:txBody>
          <a:bodyPr/>
          <a:lstStyle>
            <a:lvl1pPr marL="0" indent="0">
              <a:buNone/>
              <a:defRPr sz="2693">
                <a:solidFill>
                  <a:schemeClr val="tx1">
                    <a:tint val="82000"/>
                  </a:schemeClr>
                </a:solidFill>
              </a:defRPr>
            </a:lvl1pPr>
            <a:lvl2pPr marL="512978" indent="0">
              <a:buNone/>
              <a:defRPr sz="2244">
                <a:solidFill>
                  <a:schemeClr val="tx1">
                    <a:tint val="82000"/>
                  </a:schemeClr>
                </a:solidFill>
              </a:defRPr>
            </a:lvl2pPr>
            <a:lvl3pPr marL="1025957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3pPr>
            <a:lvl4pPr marL="1538935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4pPr>
            <a:lvl5pPr marL="2051914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5pPr>
            <a:lvl6pPr marL="2564892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6pPr>
            <a:lvl7pPr marL="3077870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7pPr>
            <a:lvl8pPr marL="3590849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8pPr>
            <a:lvl9pPr marL="4103827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5502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2204273"/>
            <a:ext cx="5813782" cy="52538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2204273"/>
            <a:ext cx="5813782" cy="52538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591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40855"/>
            <a:ext cx="11798558" cy="160049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7" y="2029849"/>
            <a:ext cx="5787064" cy="994797"/>
          </a:xfrm>
        </p:spPr>
        <p:txBody>
          <a:bodyPr anchor="b"/>
          <a:lstStyle>
            <a:lvl1pPr marL="0" indent="0">
              <a:buNone/>
              <a:defRPr sz="2693" b="1"/>
            </a:lvl1pPr>
            <a:lvl2pPr marL="512978" indent="0">
              <a:buNone/>
              <a:defRPr sz="2244" b="1"/>
            </a:lvl2pPr>
            <a:lvl3pPr marL="1025957" indent="0">
              <a:buNone/>
              <a:defRPr sz="2020" b="1"/>
            </a:lvl3pPr>
            <a:lvl4pPr marL="1538935" indent="0">
              <a:buNone/>
              <a:defRPr sz="1795" b="1"/>
            </a:lvl4pPr>
            <a:lvl5pPr marL="2051914" indent="0">
              <a:buNone/>
              <a:defRPr sz="1795" b="1"/>
            </a:lvl5pPr>
            <a:lvl6pPr marL="2564892" indent="0">
              <a:buNone/>
              <a:defRPr sz="1795" b="1"/>
            </a:lvl6pPr>
            <a:lvl7pPr marL="3077870" indent="0">
              <a:buNone/>
              <a:defRPr sz="1795" b="1"/>
            </a:lvl7pPr>
            <a:lvl8pPr marL="3590849" indent="0">
              <a:buNone/>
              <a:defRPr sz="1795" b="1"/>
            </a:lvl8pPr>
            <a:lvl9pPr marL="4103827" indent="0">
              <a:buNone/>
              <a:defRPr sz="1795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7" y="3024646"/>
            <a:ext cx="5787064" cy="4448799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1" y="2029849"/>
            <a:ext cx="5815564" cy="994797"/>
          </a:xfrm>
        </p:spPr>
        <p:txBody>
          <a:bodyPr anchor="b"/>
          <a:lstStyle>
            <a:lvl1pPr marL="0" indent="0">
              <a:buNone/>
              <a:defRPr sz="2693" b="1"/>
            </a:lvl1pPr>
            <a:lvl2pPr marL="512978" indent="0">
              <a:buNone/>
              <a:defRPr sz="2244" b="1"/>
            </a:lvl2pPr>
            <a:lvl3pPr marL="1025957" indent="0">
              <a:buNone/>
              <a:defRPr sz="2020" b="1"/>
            </a:lvl3pPr>
            <a:lvl4pPr marL="1538935" indent="0">
              <a:buNone/>
              <a:defRPr sz="1795" b="1"/>
            </a:lvl4pPr>
            <a:lvl5pPr marL="2051914" indent="0">
              <a:buNone/>
              <a:defRPr sz="1795" b="1"/>
            </a:lvl5pPr>
            <a:lvl6pPr marL="2564892" indent="0">
              <a:buNone/>
              <a:defRPr sz="1795" b="1"/>
            </a:lvl6pPr>
            <a:lvl7pPr marL="3077870" indent="0">
              <a:buNone/>
              <a:defRPr sz="1795" b="1"/>
            </a:lvl7pPr>
            <a:lvl8pPr marL="3590849" indent="0">
              <a:buNone/>
              <a:defRPr sz="1795" b="1"/>
            </a:lvl8pPr>
            <a:lvl9pPr marL="4103827" indent="0">
              <a:buNone/>
              <a:defRPr sz="1795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1" y="3024646"/>
            <a:ext cx="5815564" cy="4448799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349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104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319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552027"/>
            <a:ext cx="4411991" cy="1932093"/>
          </a:xfrm>
        </p:spPr>
        <p:txBody>
          <a:bodyPr anchor="b"/>
          <a:lstStyle>
            <a:lvl1pPr>
              <a:defRPr sz="359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1192225"/>
            <a:ext cx="6925241" cy="5884451"/>
          </a:xfrm>
        </p:spPr>
        <p:txBody>
          <a:bodyPr/>
          <a:lstStyle>
            <a:lvl1pPr>
              <a:defRPr sz="3590"/>
            </a:lvl1pPr>
            <a:lvl2pPr>
              <a:defRPr sz="3142"/>
            </a:lvl2pPr>
            <a:lvl3pPr>
              <a:defRPr sz="2693"/>
            </a:lvl3pPr>
            <a:lvl4pPr>
              <a:defRPr sz="2244"/>
            </a:lvl4pPr>
            <a:lvl5pPr>
              <a:defRPr sz="2244"/>
            </a:lvl5pPr>
            <a:lvl6pPr>
              <a:defRPr sz="2244"/>
            </a:lvl6pPr>
            <a:lvl7pPr>
              <a:defRPr sz="2244"/>
            </a:lvl7pPr>
            <a:lvl8pPr>
              <a:defRPr sz="2244"/>
            </a:lvl8pPr>
            <a:lvl9pPr>
              <a:defRPr sz="2244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484120"/>
            <a:ext cx="4411991" cy="4602140"/>
          </a:xfrm>
        </p:spPr>
        <p:txBody>
          <a:bodyPr/>
          <a:lstStyle>
            <a:lvl1pPr marL="0" indent="0">
              <a:buNone/>
              <a:defRPr sz="1795"/>
            </a:lvl1pPr>
            <a:lvl2pPr marL="512978" indent="0">
              <a:buNone/>
              <a:defRPr sz="1571"/>
            </a:lvl2pPr>
            <a:lvl3pPr marL="1025957" indent="0">
              <a:buNone/>
              <a:defRPr sz="1346"/>
            </a:lvl3pPr>
            <a:lvl4pPr marL="1538935" indent="0">
              <a:buNone/>
              <a:defRPr sz="1122"/>
            </a:lvl4pPr>
            <a:lvl5pPr marL="2051914" indent="0">
              <a:buNone/>
              <a:defRPr sz="1122"/>
            </a:lvl5pPr>
            <a:lvl6pPr marL="2564892" indent="0">
              <a:buNone/>
              <a:defRPr sz="1122"/>
            </a:lvl6pPr>
            <a:lvl7pPr marL="3077870" indent="0">
              <a:buNone/>
              <a:defRPr sz="1122"/>
            </a:lvl7pPr>
            <a:lvl8pPr marL="3590849" indent="0">
              <a:buNone/>
              <a:defRPr sz="1122"/>
            </a:lvl8pPr>
            <a:lvl9pPr marL="4103827" indent="0">
              <a:buNone/>
              <a:defRPr sz="1122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207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552027"/>
            <a:ext cx="4411991" cy="1932093"/>
          </a:xfrm>
        </p:spPr>
        <p:txBody>
          <a:bodyPr anchor="b"/>
          <a:lstStyle>
            <a:lvl1pPr>
              <a:defRPr sz="359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1192225"/>
            <a:ext cx="6925241" cy="5884451"/>
          </a:xfrm>
        </p:spPr>
        <p:txBody>
          <a:bodyPr anchor="t"/>
          <a:lstStyle>
            <a:lvl1pPr marL="0" indent="0">
              <a:buNone/>
              <a:defRPr sz="3590"/>
            </a:lvl1pPr>
            <a:lvl2pPr marL="512978" indent="0">
              <a:buNone/>
              <a:defRPr sz="3142"/>
            </a:lvl2pPr>
            <a:lvl3pPr marL="1025957" indent="0">
              <a:buNone/>
              <a:defRPr sz="2693"/>
            </a:lvl3pPr>
            <a:lvl4pPr marL="1538935" indent="0">
              <a:buNone/>
              <a:defRPr sz="2244"/>
            </a:lvl4pPr>
            <a:lvl5pPr marL="2051914" indent="0">
              <a:buNone/>
              <a:defRPr sz="2244"/>
            </a:lvl5pPr>
            <a:lvl6pPr marL="2564892" indent="0">
              <a:buNone/>
              <a:defRPr sz="2244"/>
            </a:lvl6pPr>
            <a:lvl7pPr marL="3077870" indent="0">
              <a:buNone/>
              <a:defRPr sz="2244"/>
            </a:lvl7pPr>
            <a:lvl8pPr marL="3590849" indent="0">
              <a:buNone/>
              <a:defRPr sz="2244"/>
            </a:lvl8pPr>
            <a:lvl9pPr marL="4103827" indent="0">
              <a:buNone/>
              <a:defRPr sz="2244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484120"/>
            <a:ext cx="4411991" cy="4602140"/>
          </a:xfrm>
        </p:spPr>
        <p:txBody>
          <a:bodyPr/>
          <a:lstStyle>
            <a:lvl1pPr marL="0" indent="0">
              <a:buNone/>
              <a:defRPr sz="1795"/>
            </a:lvl1pPr>
            <a:lvl2pPr marL="512978" indent="0">
              <a:buNone/>
              <a:defRPr sz="1571"/>
            </a:lvl2pPr>
            <a:lvl3pPr marL="1025957" indent="0">
              <a:buNone/>
              <a:defRPr sz="1346"/>
            </a:lvl3pPr>
            <a:lvl4pPr marL="1538935" indent="0">
              <a:buNone/>
              <a:defRPr sz="1122"/>
            </a:lvl4pPr>
            <a:lvl5pPr marL="2051914" indent="0">
              <a:buNone/>
              <a:defRPr sz="1122"/>
            </a:lvl5pPr>
            <a:lvl6pPr marL="2564892" indent="0">
              <a:buNone/>
              <a:defRPr sz="1122"/>
            </a:lvl6pPr>
            <a:lvl7pPr marL="3077870" indent="0">
              <a:buNone/>
              <a:defRPr sz="1122"/>
            </a:lvl7pPr>
            <a:lvl8pPr marL="3590849" indent="0">
              <a:buNone/>
              <a:defRPr sz="1122"/>
            </a:lvl8pPr>
            <a:lvl9pPr marL="4103827" indent="0">
              <a:buNone/>
              <a:defRPr sz="1122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2575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868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3" y="440855"/>
            <a:ext cx="2949640" cy="7017256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5" y="440855"/>
            <a:ext cx="8677925" cy="7017256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353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440855"/>
            <a:ext cx="11798558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2204273"/>
            <a:ext cx="11798558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7674704"/>
            <a:ext cx="3077885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99FD4-30F1-4A53-A25A-A15ABF9997DE}" type="datetimeFigureOut">
              <a:rPr lang="pt-PT" smtClean="0"/>
              <a:t>09/01/2026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7674704"/>
            <a:ext cx="461682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7674704"/>
            <a:ext cx="3077885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6D941-F13E-40A1-8615-8A9D4E6A1C5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215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25957" rtl="0" eaLnBrk="1" latinLnBrk="0" hangingPunct="1">
        <a:lnSpc>
          <a:spcPct val="90000"/>
        </a:lnSpc>
        <a:spcBef>
          <a:spcPct val="0"/>
        </a:spcBef>
        <a:buNone/>
        <a:defRPr sz="49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489" indent="-256489" algn="l" defTabSz="1025957" rtl="0" eaLnBrk="1" latinLnBrk="0" hangingPunct="1">
        <a:lnSpc>
          <a:spcPct val="90000"/>
        </a:lnSpc>
        <a:spcBef>
          <a:spcPts val="1122"/>
        </a:spcBef>
        <a:buFont typeface="Arial" panose="020B0604020202020204" pitchFamily="34" charset="0"/>
        <a:buChar char="•"/>
        <a:defRPr sz="3142" kern="1200">
          <a:solidFill>
            <a:schemeClr val="tx1"/>
          </a:solidFill>
          <a:latin typeface="+mn-lt"/>
          <a:ea typeface="+mn-ea"/>
          <a:cs typeface="+mn-cs"/>
        </a:defRPr>
      </a:lvl1pPr>
      <a:lvl2pPr marL="769468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693" kern="1200">
          <a:solidFill>
            <a:schemeClr val="tx1"/>
          </a:solidFill>
          <a:latin typeface="+mn-lt"/>
          <a:ea typeface="+mn-ea"/>
          <a:cs typeface="+mn-cs"/>
        </a:defRPr>
      </a:lvl2pPr>
      <a:lvl3pPr marL="1282446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244" kern="1200">
          <a:solidFill>
            <a:schemeClr val="tx1"/>
          </a:solidFill>
          <a:latin typeface="+mn-lt"/>
          <a:ea typeface="+mn-ea"/>
          <a:cs typeface="+mn-cs"/>
        </a:defRPr>
      </a:lvl3pPr>
      <a:lvl4pPr marL="1795424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020" kern="1200">
          <a:solidFill>
            <a:schemeClr val="tx1"/>
          </a:solidFill>
          <a:latin typeface="+mn-lt"/>
          <a:ea typeface="+mn-ea"/>
          <a:cs typeface="+mn-cs"/>
        </a:defRPr>
      </a:lvl4pPr>
      <a:lvl5pPr marL="2308403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020" kern="1200">
          <a:solidFill>
            <a:schemeClr val="tx1"/>
          </a:solidFill>
          <a:latin typeface="+mn-lt"/>
          <a:ea typeface="+mn-ea"/>
          <a:cs typeface="+mn-cs"/>
        </a:defRPr>
      </a:lvl5pPr>
      <a:lvl6pPr marL="2821381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020" kern="1200">
          <a:solidFill>
            <a:schemeClr val="tx1"/>
          </a:solidFill>
          <a:latin typeface="+mn-lt"/>
          <a:ea typeface="+mn-ea"/>
          <a:cs typeface="+mn-cs"/>
        </a:defRPr>
      </a:lvl6pPr>
      <a:lvl7pPr marL="3334360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020" kern="1200">
          <a:solidFill>
            <a:schemeClr val="tx1"/>
          </a:solidFill>
          <a:latin typeface="+mn-lt"/>
          <a:ea typeface="+mn-ea"/>
          <a:cs typeface="+mn-cs"/>
        </a:defRPr>
      </a:lvl7pPr>
      <a:lvl8pPr marL="3847338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020" kern="1200">
          <a:solidFill>
            <a:schemeClr val="tx1"/>
          </a:solidFill>
          <a:latin typeface="+mn-lt"/>
          <a:ea typeface="+mn-ea"/>
          <a:cs typeface="+mn-cs"/>
        </a:defRPr>
      </a:lvl8pPr>
      <a:lvl9pPr marL="4360316" indent="-256489" algn="l" defTabSz="102595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20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1pPr>
      <a:lvl2pPr marL="512978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2pPr>
      <a:lvl3pPr marL="1025957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3pPr>
      <a:lvl4pPr marL="1538935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4pPr>
      <a:lvl5pPr marL="2051914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5pPr>
      <a:lvl6pPr marL="2564892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6pPr>
      <a:lvl7pPr marL="3077870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7pPr>
      <a:lvl8pPr marL="3590849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8pPr>
      <a:lvl9pPr marL="4103827" algn="l" defTabSz="1025957" rtl="0" eaLnBrk="1" latinLnBrk="0" hangingPunct="1">
        <a:defRPr sz="20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FD3B8EE-E3AE-BE4E-B940-F07431B5DC31}"/>
              </a:ext>
            </a:extLst>
          </p:cNvPr>
          <p:cNvSpPr/>
          <p:nvPr/>
        </p:nvSpPr>
        <p:spPr>
          <a:xfrm>
            <a:off x="2659895" y="384053"/>
            <a:ext cx="2174032" cy="447869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INFRAESTRUTURAS ELÉTRICAS CONSTRUÍDAS NO LOCAL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DFED76-64D9-D2D2-24BA-53C63AA92333}"/>
              </a:ext>
            </a:extLst>
          </p:cNvPr>
          <p:cNvSpPr/>
          <p:nvPr/>
        </p:nvSpPr>
        <p:spPr>
          <a:xfrm>
            <a:off x="6725191" y="426032"/>
            <a:ext cx="927798" cy="363894"/>
          </a:xfrm>
          <a:prstGeom prst="rect">
            <a:avLst/>
          </a:prstGeom>
          <a:solidFill>
            <a:srgbClr val="FFDC00">
              <a:alpha val="29000"/>
            </a:srgbClr>
          </a:solidFill>
          <a:ln w="28575">
            <a:solidFill>
              <a:srgbClr val="FFD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Urbanização tem PTD?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46CEAAE6-6E4D-CB57-DD26-DFBCF7C4389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833927" y="607979"/>
            <a:ext cx="1891264" cy="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569A6E-6DE1-D988-7B09-46B9D2554229}"/>
              </a:ext>
            </a:extLst>
          </p:cNvPr>
          <p:cNvSpPr txBox="1"/>
          <p:nvPr/>
        </p:nvSpPr>
        <p:spPr>
          <a:xfrm>
            <a:off x="5578137" y="379446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828EC2B-2FD5-2141-FBE0-353D7C59D951}"/>
              </a:ext>
            </a:extLst>
          </p:cNvPr>
          <p:cNvSpPr/>
          <p:nvPr/>
        </p:nvSpPr>
        <p:spPr>
          <a:xfrm>
            <a:off x="1225133" y="426032"/>
            <a:ext cx="927798" cy="363894"/>
          </a:xfrm>
          <a:prstGeom prst="rect">
            <a:avLst/>
          </a:prstGeom>
          <a:solidFill>
            <a:srgbClr val="FFDC00">
              <a:alpha val="29000"/>
            </a:srgbClr>
          </a:solidFill>
          <a:ln w="28575">
            <a:solidFill>
              <a:srgbClr val="FFD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Nova ligação?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52F9E963-03FD-0156-A988-560122A851E5}"/>
              </a:ext>
            </a:extLst>
          </p:cNvPr>
          <p:cNvCxnSpPr>
            <a:cxnSpLocks/>
            <a:stCxn id="4" idx="1"/>
            <a:endCxn id="12" idx="3"/>
          </p:cNvCxnSpPr>
          <p:nvPr/>
        </p:nvCxnSpPr>
        <p:spPr>
          <a:xfrm flipH="1" flipV="1">
            <a:off x="2152931" y="607987"/>
            <a:ext cx="506964" cy="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A4AFC85-F4C9-DCB0-A7EB-FEB883CEF141}"/>
              </a:ext>
            </a:extLst>
          </p:cNvPr>
          <p:cNvSpPr txBox="1"/>
          <p:nvPr/>
        </p:nvSpPr>
        <p:spPr>
          <a:xfrm>
            <a:off x="2208282" y="367545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E170EE3C-17DA-05F4-070C-61794251FD3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189090" y="789934"/>
            <a:ext cx="0" cy="422247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E19BA5A7-214C-C508-42C2-B3231ED31962}"/>
              </a:ext>
            </a:extLst>
          </p:cNvPr>
          <p:cNvCxnSpPr/>
          <p:nvPr/>
        </p:nvCxnSpPr>
        <p:spPr>
          <a:xfrm>
            <a:off x="6547509" y="1212173"/>
            <a:ext cx="1263066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FB46F4E3-C902-A77E-655A-D6054895337C}"/>
              </a:ext>
            </a:extLst>
          </p:cNvPr>
          <p:cNvSpPr/>
          <p:nvPr/>
        </p:nvSpPr>
        <p:spPr>
          <a:xfrm>
            <a:off x="7810575" y="1030226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Instalação Coletiva Urbanização BT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A6CA558-6AF0-F62A-4D27-2A4D8C6248F3}"/>
              </a:ext>
            </a:extLst>
          </p:cNvPr>
          <p:cNvSpPr/>
          <p:nvPr/>
        </p:nvSpPr>
        <p:spPr>
          <a:xfrm>
            <a:off x="5284443" y="1030226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Instalação Coletiva Urbanização MT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217F09C-0495-06F3-8300-FE646E3A83B0}"/>
              </a:ext>
            </a:extLst>
          </p:cNvPr>
          <p:cNvSpPr txBox="1"/>
          <p:nvPr/>
        </p:nvSpPr>
        <p:spPr>
          <a:xfrm>
            <a:off x="7298353" y="96595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E5275E7-12F1-374E-1708-641D1AC26302}"/>
              </a:ext>
            </a:extLst>
          </p:cNvPr>
          <p:cNvSpPr txBox="1"/>
          <p:nvPr/>
        </p:nvSpPr>
        <p:spPr>
          <a:xfrm>
            <a:off x="6680586" y="965959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30" name="Conexão reta 29">
            <a:extLst>
              <a:ext uri="{FF2B5EF4-FFF2-40B4-BE49-F238E27FC236}">
                <a16:creationId xmlns:a16="http://schemas.microsoft.com/office/drawing/2014/main" id="{FBB0D04F-2E45-1E13-17C1-FF0CF8583B1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689040" y="789926"/>
            <a:ext cx="10975" cy="858706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78A5AD84-5CE1-8FA4-65F5-4EFA7FFEE1FD}"/>
              </a:ext>
            </a:extLst>
          </p:cNvPr>
          <p:cNvCxnSpPr>
            <a:cxnSpLocks/>
          </p:cNvCxnSpPr>
          <p:nvPr/>
        </p:nvCxnSpPr>
        <p:spPr>
          <a:xfrm>
            <a:off x="1058434" y="1648632"/>
            <a:ext cx="1291045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4165DDB-0EFF-B4CE-A465-AC91746043E6}"/>
              </a:ext>
            </a:extLst>
          </p:cNvPr>
          <p:cNvSpPr txBox="1"/>
          <p:nvPr/>
        </p:nvSpPr>
        <p:spPr>
          <a:xfrm>
            <a:off x="1809270" y="1402418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5559084-E738-B514-146B-6A710486A4BB}"/>
              </a:ext>
            </a:extLst>
          </p:cNvPr>
          <p:cNvSpPr txBox="1"/>
          <p:nvPr/>
        </p:nvSpPr>
        <p:spPr>
          <a:xfrm>
            <a:off x="1191503" y="1402418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38" name="Conexão reta unidirecional 37">
            <a:extLst>
              <a:ext uri="{FF2B5EF4-FFF2-40B4-BE49-F238E27FC236}">
                <a16:creationId xmlns:a16="http://schemas.microsoft.com/office/drawing/2014/main" id="{876A23A1-E2F1-2482-55CD-EF99455E8A51}"/>
              </a:ext>
            </a:extLst>
          </p:cNvPr>
          <p:cNvCxnSpPr>
            <a:stCxn id="32" idx="2"/>
            <a:endCxn id="36" idx="0"/>
          </p:cNvCxnSpPr>
          <p:nvPr/>
        </p:nvCxnSpPr>
        <p:spPr>
          <a:xfrm>
            <a:off x="1068474" y="2515638"/>
            <a:ext cx="0" cy="49481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tângulo 38">
            <a:extLst>
              <a:ext uri="{FF2B5EF4-FFF2-40B4-BE49-F238E27FC236}">
                <a16:creationId xmlns:a16="http://schemas.microsoft.com/office/drawing/2014/main" id="{7B781082-AA6D-D369-4E50-72C90375D9F2}"/>
              </a:ext>
            </a:extLst>
          </p:cNvPr>
          <p:cNvSpPr/>
          <p:nvPr/>
        </p:nvSpPr>
        <p:spPr>
          <a:xfrm>
            <a:off x="436942" y="3869150"/>
            <a:ext cx="1263066" cy="36389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PLEV</a:t>
            </a:r>
          </a:p>
        </p:txBody>
      </p:sp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EB53AD30-04F9-8B91-A904-4B3AA33E0153}"/>
              </a:ext>
            </a:extLst>
          </p:cNvPr>
          <p:cNvCxnSpPr>
            <a:endCxn id="39" idx="0"/>
          </p:cNvCxnSpPr>
          <p:nvPr/>
        </p:nvCxnSpPr>
        <p:spPr>
          <a:xfrm>
            <a:off x="1068474" y="3374345"/>
            <a:ext cx="0" cy="49481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E88A702-080A-2065-C144-03AC84A8E054}"/>
              </a:ext>
            </a:extLst>
          </p:cNvPr>
          <p:cNvSpPr txBox="1"/>
          <p:nvPr/>
        </p:nvSpPr>
        <p:spPr>
          <a:xfrm>
            <a:off x="1068473" y="2643221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5304D0A-BDCC-A686-26DF-9B5D9881FAC0}"/>
              </a:ext>
            </a:extLst>
          </p:cNvPr>
          <p:cNvSpPr txBox="1"/>
          <p:nvPr/>
        </p:nvSpPr>
        <p:spPr>
          <a:xfrm>
            <a:off x="1081326" y="3495352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47" name="Conexão reta 46">
            <a:extLst>
              <a:ext uri="{FF2B5EF4-FFF2-40B4-BE49-F238E27FC236}">
                <a16:creationId xmlns:a16="http://schemas.microsoft.com/office/drawing/2014/main" id="{E479D18A-D46B-C7D1-8DAD-B9131300F732}"/>
              </a:ext>
            </a:extLst>
          </p:cNvPr>
          <p:cNvCxnSpPr>
            <a:cxnSpLocks/>
          </p:cNvCxnSpPr>
          <p:nvPr/>
        </p:nvCxnSpPr>
        <p:spPr>
          <a:xfrm>
            <a:off x="2349471" y="1648640"/>
            <a:ext cx="0" cy="429353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xão reta 59">
            <a:extLst>
              <a:ext uri="{FF2B5EF4-FFF2-40B4-BE49-F238E27FC236}">
                <a16:creationId xmlns:a16="http://schemas.microsoft.com/office/drawing/2014/main" id="{EF120E63-3EA1-D35B-8B85-181D22EC8CBA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1700008" y="2319587"/>
            <a:ext cx="5989338" cy="1409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EDCFBB3-1E01-ED41-9E2F-A062CA1D8331}"/>
              </a:ext>
            </a:extLst>
          </p:cNvPr>
          <p:cNvSpPr txBox="1"/>
          <p:nvPr/>
        </p:nvSpPr>
        <p:spPr>
          <a:xfrm>
            <a:off x="1821119" y="208168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66" name="Conexão reta 65">
            <a:extLst>
              <a:ext uri="{FF2B5EF4-FFF2-40B4-BE49-F238E27FC236}">
                <a16:creationId xmlns:a16="http://schemas.microsoft.com/office/drawing/2014/main" id="{CB97D028-085D-3BC2-0382-7FC0B3BD2988}"/>
              </a:ext>
            </a:extLst>
          </p:cNvPr>
          <p:cNvCxnSpPr>
            <a:cxnSpLocks/>
          </p:cNvCxnSpPr>
          <p:nvPr/>
        </p:nvCxnSpPr>
        <p:spPr>
          <a:xfrm>
            <a:off x="3380557" y="2264176"/>
            <a:ext cx="7465184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xão reta 66">
            <a:extLst>
              <a:ext uri="{FF2B5EF4-FFF2-40B4-BE49-F238E27FC236}">
                <a16:creationId xmlns:a16="http://schemas.microsoft.com/office/drawing/2014/main" id="{2035205D-F9DC-31DD-6ABD-ECEA911B74A7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062822" y="1648633"/>
            <a:ext cx="5652" cy="5031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xão reta 70">
            <a:extLst>
              <a:ext uri="{FF2B5EF4-FFF2-40B4-BE49-F238E27FC236}">
                <a16:creationId xmlns:a16="http://schemas.microsoft.com/office/drawing/2014/main" id="{E552CCF1-778A-11B0-E1E1-02AE0E2C5D6B}"/>
              </a:ext>
            </a:extLst>
          </p:cNvPr>
          <p:cNvCxnSpPr>
            <a:cxnSpLocks/>
            <a:stCxn id="7" idx="3"/>
            <a:endCxn id="121" idx="1"/>
          </p:cNvCxnSpPr>
          <p:nvPr/>
        </p:nvCxnSpPr>
        <p:spPr>
          <a:xfrm>
            <a:off x="3610008" y="5241644"/>
            <a:ext cx="345369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0017715-0575-2A94-60D4-F405FD692667}"/>
              </a:ext>
            </a:extLst>
          </p:cNvPr>
          <p:cNvSpPr txBox="1"/>
          <p:nvPr/>
        </p:nvSpPr>
        <p:spPr>
          <a:xfrm>
            <a:off x="6041799" y="4995430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4E3F9A6F-6A5A-762F-8BA9-977F7A932F73}"/>
              </a:ext>
            </a:extLst>
          </p:cNvPr>
          <p:cNvSpPr/>
          <p:nvPr/>
        </p:nvSpPr>
        <p:spPr>
          <a:xfrm>
            <a:off x="436942" y="3010443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Festa/ Evento?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11ACE33-2766-18D6-61A1-77EACAF10F46}"/>
              </a:ext>
            </a:extLst>
          </p:cNvPr>
          <p:cNvSpPr/>
          <p:nvPr/>
        </p:nvSpPr>
        <p:spPr>
          <a:xfrm>
            <a:off x="436942" y="2151736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Ligação Provisória?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870C2D99-56B1-957B-2E6E-DD73CBA1D1D1}"/>
              </a:ext>
            </a:extLst>
          </p:cNvPr>
          <p:cNvSpPr/>
          <p:nvPr/>
        </p:nvSpPr>
        <p:spPr>
          <a:xfrm>
            <a:off x="2362323" y="3003867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Pretende ramal definitivo?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D6B11900-E3B9-7BE4-3C44-E97B199431FA}"/>
              </a:ext>
            </a:extLst>
          </p:cNvPr>
          <p:cNvSpPr/>
          <p:nvPr/>
        </p:nvSpPr>
        <p:spPr>
          <a:xfrm>
            <a:off x="2349472" y="3979221"/>
            <a:ext cx="1263066" cy="36389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Obras Provisório</a:t>
            </a:r>
          </a:p>
        </p:txBody>
      </p:sp>
      <p:cxnSp>
        <p:nvCxnSpPr>
          <p:cNvPr id="75" name="Conexão reta unidirecional 74">
            <a:extLst>
              <a:ext uri="{FF2B5EF4-FFF2-40B4-BE49-F238E27FC236}">
                <a16:creationId xmlns:a16="http://schemas.microsoft.com/office/drawing/2014/main" id="{1F0689F3-0E23-7641-DCF9-C5E2BC6BF70E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2981004" y="3367762"/>
            <a:ext cx="12852" cy="6114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B4A50BDE-DF5B-C7A2-9FA2-F972B9158764}"/>
              </a:ext>
            </a:extLst>
          </p:cNvPr>
          <p:cNvSpPr txBox="1"/>
          <p:nvPr/>
        </p:nvSpPr>
        <p:spPr>
          <a:xfrm>
            <a:off x="2993856" y="3495352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80" name="Conexão reta 79">
            <a:extLst>
              <a:ext uri="{FF2B5EF4-FFF2-40B4-BE49-F238E27FC236}">
                <a16:creationId xmlns:a16="http://schemas.microsoft.com/office/drawing/2014/main" id="{E552CCF1-778A-11B0-E1E1-02AE0E2C5D6B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3625397" y="3180196"/>
            <a:ext cx="675565" cy="561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0017715-0575-2A94-60D4-F405FD692667}"/>
              </a:ext>
            </a:extLst>
          </p:cNvPr>
          <p:cNvSpPr txBox="1"/>
          <p:nvPr/>
        </p:nvSpPr>
        <p:spPr>
          <a:xfrm>
            <a:off x="3759751" y="2921979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FAF74B03-3FE0-E9FD-E1FD-D74871E563A1}"/>
              </a:ext>
            </a:extLst>
          </p:cNvPr>
          <p:cNvSpPr/>
          <p:nvPr/>
        </p:nvSpPr>
        <p:spPr>
          <a:xfrm>
            <a:off x="4300954" y="2994920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Potência requisitada &gt;= igual provisória?</a:t>
            </a:r>
          </a:p>
        </p:txBody>
      </p:sp>
      <p:cxnSp>
        <p:nvCxnSpPr>
          <p:cNvPr id="87" name="Conexão reta 86">
            <a:extLst>
              <a:ext uri="{FF2B5EF4-FFF2-40B4-BE49-F238E27FC236}">
                <a16:creationId xmlns:a16="http://schemas.microsoft.com/office/drawing/2014/main" id="{A676F3D0-60A0-A469-EB20-095CE5247F55}"/>
              </a:ext>
            </a:extLst>
          </p:cNvPr>
          <p:cNvCxnSpPr>
            <a:cxnSpLocks/>
          </p:cNvCxnSpPr>
          <p:nvPr/>
        </p:nvCxnSpPr>
        <p:spPr>
          <a:xfrm>
            <a:off x="3625389" y="4051097"/>
            <a:ext cx="130709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xão reta 88">
            <a:extLst>
              <a:ext uri="{FF2B5EF4-FFF2-40B4-BE49-F238E27FC236}">
                <a16:creationId xmlns:a16="http://schemas.microsoft.com/office/drawing/2014/main" id="{E63FBE3A-A427-4A1C-C8F9-8F0BD8EA24F3}"/>
              </a:ext>
            </a:extLst>
          </p:cNvPr>
          <p:cNvCxnSpPr>
            <a:stCxn id="83" idx="2"/>
          </p:cNvCxnSpPr>
          <p:nvPr/>
        </p:nvCxnSpPr>
        <p:spPr>
          <a:xfrm>
            <a:off x="4932487" y="3358822"/>
            <a:ext cx="0" cy="692283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9337CA7C-39D6-2D6B-C1D3-465112F0B624}"/>
              </a:ext>
            </a:extLst>
          </p:cNvPr>
          <p:cNvSpPr txBox="1"/>
          <p:nvPr/>
        </p:nvSpPr>
        <p:spPr>
          <a:xfrm>
            <a:off x="4932487" y="354221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95" name="Conexão reta 94">
            <a:extLst>
              <a:ext uri="{FF2B5EF4-FFF2-40B4-BE49-F238E27FC236}">
                <a16:creationId xmlns:a16="http://schemas.microsoft.com/office/drawing/2014/main" id="{B981DFE2-57BA-14B8-67A5-0E694ADC0B88}"/>
              </a:ext>
            </a:extLst>
          </p:cNvPr>
          <p:cNvCxnSpPr>
            <a:cxnSpLocks/>
          </p:cNvCxnSpPr>
          <p:nvPr/>
        </p:nvCxnSpPr>
        <p:spPr>
          <a:xfrm flipV="1">
            <a:off x="5558442" y="3160213"/>
            <a:ext cx="675565" cy="561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55A91E73-94C8-AC64-8A26-583EB4DC33A1}"/>
              </a:ext>
            </a:extLst>
          </p:cNvPr>
          <p:cNvSpPr txBox="1"/>
          <p:nvPr/>
        </p:nvSpPr>
        <p:spPr>
          <a:xfrm>
            <a:off x="5692796" y="2901996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7A33BA44-BCF3-C360-9BD2-57426747DA8A}"/>
              </a:ext>
            </a:extLst>
          </p:cNvPr>
          <p:cNvSpPr/>
          <p:nvPr/>
        </p:nvSpPr>
        <p:spPr>
          <a:xfrm>
            <a:off x="6234000" y="2966263"/>
            <a:ext cx="1263066" cy="36389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Obras Definitivo</a:t>
            </a:r>
          </a:p>
        </p:txBody>
      </p:sp>
      <p:cxnSp>
        <p:nvCxnSpPr>
          <p:cNvPr id="100" name="Conexão reta 99">
            <a:extLst>
              <a:ext uri="{FF2B5EF4-FFF2-40B4-BE49-F238E27FC236}">
                <a16:creationId xmlns:a16="http://schemas.microsoft.com/office/drawing/2014/main" id="{1FC7F81E-2717-5C19-B1DA-BE0E4C75F669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7689341" y="2319592"/>
            <a:ext cx="0" cy="188412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tângulo 100">
            <a:extLst>
              <a:ext uri="{FF2B5EF4-FFF2-40B4-BE49-F238E27FC236}">
                <a16:creationId xmlns:a16="http://schemas.microsoft.com/office/drawing/2014/main" id="{9BA9FDA4-83BA-158A-403E-34F211F2DA17}"/>
              </a:ext>
            </a:extLst>
          </p:cNvPr>
          <p:cNvSpPr/>
          <p:nvPr/>
        </p:nvSpPr>
        <p:spPr>
          <a:xfrm>
            <a:off x="7057809" y="4203707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Pretende ligação para Obras?</a:t>
            </a:r>
          </a:p>
        </p:txBody>
      </p:sp>
      <p:cxnSp>
        <p:nvCxnSpPr>
          <p:cNvPr id="103" name="Conexão reta 102">
            <a:extLst>
              <a:ext uri="{FF2B5EF4-FFF2-40B4-BE49-F238E27FC236}">
                <a16:creationId xmlns:a16="http://schemas.microsoft.com/office/drawing/2014/main" id="{01B3D5E6-4BED-B0AF-9EB8-BD2DF1F70420}"/>
              </a:ext>
            </a:extLst>
          </p:cNvPr>
          <p:cNvCxnSpPr>
            <a:cxnSpLocks/>
          </p:cNvCxnSpPr>
          <p:nvPr/>
        </p:nvCxnSpPr>
        <p:spPr>
          <a:xfrm flipH="1">
            <a:off x="4932495" y="4385654"/>
            <a:ext cx="2125321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exão reta 104">
            <a:extLst>
              <a:ext uri="{FF2B5EF4-FFF2-40B4-BE49-F238E27FC236}">
                <a16:creationId xmlns:a16="http://schemas.microsoft.com/office/drawing/2014/main" id="{484A8A6B-BC9E-6EB2-DEC5-C456FAC94D96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3612537" y="4161168"/>
            <a:ext cx="13199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xão reta 105">
            <a:extLst>
              <a:ext uri="{FF2B5EF4-FFF2-40B4-BE49-F238E27FC236}">
                <a16:creationId xmlns:a16="http://schemas.microsoft.com/office/drawing/2014/main" id="{9121304E-1465-213D-1C49-02E81613A8C8}"/>
              </a:ext>
            </a:extLst>
          </p:cNvPr>
          <p:cNvCxnSpPr>
            <a:cxnSpLocks/>
          </p:cNvCxnSpPr>
          <p:nvPr/>
        </p:nvCxnSpPr>
        <p:spPr>
          <a:xfrm flipH="1" flipV="1">
            <a:off x="6778526" y="4385329"/>
            <a:ext cx="410564" cy="67436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xão reta 109">
            <a:extLst>
              <a:ext uri="{FF2B5EF4-FFF2-40B4-BE49-F238E27FC236}">
                <a16:creationId xmlns:a16="http://schemas.microsoft.com/office/drawing/2014/main" id="{5016BCA6-7F09-206F-F79F-A45421C8F9F9}"/>
              </a:ext>
            </a:extLst>
          </p:cNvPr>
          <p:cNvCxnSpPr>
            <a:cxnSpLocks/>
          </p:cNvCxnSpPr>
          <p:nvPr/>
        </p:nvCxnSpPr>
        <p:spPr>
          <a:xfrm>
            <a:off x="4932487" y="4161168"/>
            <a:ext cx="0" cy="224486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E1C0CD97-97FC-C9A6-61EF-83071D78AA6F}"/>
              </a:ext>
            </a:extLst>
          </p:cNvPr>
          <p:cNvSpPr txBox="1"/>
          <p:nvPr/>
        </p:nvSpPr>
        <p:spPr>
          <a:xfrm>
            <a:off x="5296295" y="4406908"/>
            <a:ext cx="13801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Nota</a:t>
            </a:r>
            <a:r>
              <a:rPr lang="pt-PT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nesta situação tem que ser aberto os 2 </a:t>
            </a:r>
            <a:r>
              <a:rPr lang="pt-PT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PLRs</a:t>
            </a:r>
            <a:r>
              <a:rPr lang="pt-PT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818B1BF4-F23A-256E-5D3E-094A59000800}"/>
              </a:ext>
            </a:extLst>
          </p:cNvPr>
          <p:cNvSpPr txBox="1"/>
          <p:nvPr/>
        </p:nvSpPr>
        <p:spPr>
          <a:xfrm>
            <a:off x="5794742" y="4122059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DD54548C-7DF2-49A0-2AAC-3401964771BD}"/>
              </a:ext>
            </a:extLst>
          </p:cNvPr>
          <p:cNvSpPr/>
          <p:nvPr/>
        </p:nvSpPr>
        <p:spPr>
          <a:xfrm>
            <a:off x="7063702" y="5059697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Potência &gt; 41,40kVA?</a:t>
            </a:r>
          </a:p>
        </p:txBody>
      </p:sp>
      <p:cxnSp>
        <p:nvCxnSpPr>
          <p:cNvPr id="122" name="Conexão reta unidirecional 121">
            <a:extLst>
              <a:ext uri="{FF2B5EF4-FFF2-40B4-BE49-F238E27FC236}">
                <a16:creationId xmlns:a16="http://schemas.microsoft.com/office/drawing/2014/main" id="{0BC6D540-7103-5438-D298-D0D42B80F377}"/>
              </a:ext>
            </a:extLst>
          </p:cNvPr>
          <p:cNvCxnSpPr>
            <a:endCxn id="121" idx="0"/>
          </p:cNvCxnSpPr>
          <p:nvPr/>
        </p:nvCxnSpPr>
        <p:spPr>
          <a:xfrm>
            <a:off x="7695234" y="4564892"/>
            <a:ext cx="0" cy="49481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BC7FDE4C-780A-9089-DF77-56C1A4125884}"/>
              </a:ext>
            </a:extLst>
          </p:cNvPr>
          <p:cNvSpPr txBox="1"/>
          <p:nvPr/>
        </p:nvSpPr>
        <p:spPr>
          <a:xfrm>
            <a:off x="7708086" y="468589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AF53231-B8FD-0889-0DF3-5CA486648588}"/>
              </a:ext>
            </a:extLst>
          </p:cNvPr>
          <p:cNvSpPr/>
          <p:nvPr/>
        </p:nvSpPr>
        <p:spPr>
          <a:xfrm>
            <a:off x="7063702" y="6014068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Já tem PCND aprovado?</a:t>
            </a:r>
          </a:p>
        </p:txBody>
      </p:sp>
      <p:cxnSp>
        <p:nvCxnSpPr>
          <p:cNvPr id="3" name="Conexão reta unidirecional 2">
            <a:extLst>
              <a:ext uri="{FF2B5EF4-FFF2-40B4-BE49-F238E27FC236}">
                <a16:creationId xmlns:a16="http://schemas.microsoft.com/office/drawing/2014/main" id="{868780E4-241D-683B-5AB0-A358D0A97C4C}"/>
              </a:ext>
            </a:extLst>
          </p:cNvPr>
          <p:cNvCxnSpPr>
            <a:cxnSpLocks/>
            <a:stCxn id="121" idx="2"/>
            <a:endCxn id="2" idx="0"/>
          </p:cNvCxnSpPr>
          <p:nvPr/>
        </p:nvCxnSpPr>
        <p:spPr>
          <a:xfrm>
            <a:off x="7695234" y="5423599"/>
            <a:ext cx="0" cy="59047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8A3937-6DD6-8D31-4D13-3A87123A14C2}"/>
              </a:ext>
            </a:extLst>
          </p:cNvPr>
          <p:cNvSpPr txBox="1"/>
          <p:nvPr/>
        </p:nvSpPr>
        <p:spPr>
          <a:xfrm>
            <a:off x="7708086" y="5541210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6C0DB0F-E61C-FF1E-E99D-89500C03A252}"/>
              </a:ext>
            </a:extLst>
          </p:cNvPr>
          <p:cNvSpPr/>
          <p:nvPr/>
        </p:nvSpPr>
        <p:spPr>
          <a:xfrm>
            <a:off x="2346942" y="5059697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 mais do que </a:t>
            </a:r>
          </a:p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ramal?</a:t>
            </a:r>
          </a:p>
        </p:txBody>
      </p:sp>
      <p:cxnSp>
        <p:nvCxnSpPr>
          <p:cNvPr id="22" name="Conexão: Ângulo Reto 21">
            <a:extLst>
              <a:ext uri="{FF2B5EF4-FFF2-40B4-BE49-F238E27FC236}">
                <a16:creationId xmlns:a16="http://schemas.microsoft.com/office/drawing/2014/main" id="{116E185C-34B6-75C0-6C38-E9F390FA6D6C}"/>
              </a:ext>
            </a:extLst>
          </p:cNvPr>
          <p:cNvCxnSpPr>
            <a:cxnSpLocks/>
          </p:cNvCxnSpPr>
          <p:nvPr/>
        </p:nvCxnSpPr>
        <p:spPr>
          <a:xfrm rot="10800000">
            <a:off x="3610007" y="5354670"/>
            <a:ext cx="3461314" cy="841357"/>
          </a:xfrm>
          <a:prstGeom prst="bentConnector3">
            <a:avLst>
              <a:gd name="adj1" fmla="val 4312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266992D-28C7-C0AB-907E-E3CE70A0F05B}"/>
              </a:ext>
            </a:extLst>
          </p:cNvPr>
          <p:cNvSpPr txBox="1"/>
          <p:nvPr/>
        </p:nvSpPr>
        <p:spPr>
          <a:xfrm>
            <a:off x="6068219" y="5949801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5F468539-6526-C409-E458-F07A58C5D4F9}"/>
              </a:ext>
            </a:extLst>
          </p:cNvPr>
          <p:cNvSpPr/>
          <p:nvPr/>
        </p:nvSpPr>
        <p:spPr>
          <a:xfrm>
            <a:off x="436942" y="5059697"/>
            <a:ext cx="1263066" cy="36389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PLEM EMB</a:t>
            </a:r>
          </a:p>
        </p:txBody>
      </p:sp>
      <p:cxnSp>
        <p:nvCxnSpPr>
          <p:cNvPr id="50" name="Conexão reta 49">
            <a:extLst>
              <a:ext uri="{FF2B5EF4-FFF2-40B4-BE49-F238E27FC236}">
                <a16:creationId xmlns:a16="http://schemas.microsoft.com/office/drawing/2014/main" id="{70915408-EDB1-415E-E67F-D43DF4554F9D}"/>
              </a:ext>
            </a:extLst>
          </p:cNvPr>
          <p:cNvCxnSpPr>
            <a:cxnSpLocks/>
            <a:stCxn id="49" idx="3"/>
            <a:endCxn id="7" idx="1"/>
          </p:cNvCxnSpPr>
          <p:nvPr/>
        </p:nvCxnSpPr>
        <p:spPr>
          <a:xfrm>
            <a:off x="1700008" y="5241644"/>
            <a:ext cx="64693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D319C868-8A8E-6631-49CB-26BF63892631}"/>
              </a:ext>
            </a:extLst>
          </p:cNvPr>
          <p:cNvSpPr/>
          <p:nvPr/>
        </p:nvSpPr>
        <p:spPr>
          <a:xfrm>
            <a:off x="612643" y="7079273"/>
            <a:ext cx="1053085" cy="4222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Condomínio Fechado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E31A389B-492C-DC14-96EB-039A71F9AC34}"/>
              </a:ext>
            </a:extLst>
          </p:cNvPr>
          <p:cNvSpPr/>
          <p:nvPr/>
        </p:nvSpPr>
        <p:spPr>
          <a:xfrm>
            <a:off x="1849092" y="7079273"/>
            <a:ext cx="1053085" cy="4222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Edifício Coletivo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3754F564-05B9-5A06-4AFA-24E4BD97B51D}"/>
              </a:ext>
            </a:extLst>
          </p:cNvPr>
          <p:cNvSpPr/>
          <p:nvPr/>
        </p:nvSpPr>
        <p:spPr>
          <a:xfrm>
            <a:off x="3085541" y="7079273"/>
            <a:ext cx="1053085" cy="4222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Casa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95044A1E-1B0B-6EB7-268C-13BEC143EDE3}"/>
              </a:ext>
            </a:extLst>
          </p:cNvPr>
          <p:cNvSpPr/>
          <p:nvPr/>
        </p:nvSpPr>
        <p:spPr>
          <a:xfrm>
            <a:off x="4321990" y="7079273"/>
            <a:ext cx="1053085" cy="4222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Outros</a:t>
            </a:r>
          </a:p>
        </p:txBody>
      </p:sp>
      <p:cxnSp>
        <p:nvCxnSpPr>
          <p:cNvPr id="70" name="Conexão: Ângulo Reto 69">
            <a:extLst>
              <a:ext uri="{FF2B5EF4-FFF2-40B4-BE49-F238E27FC236}">
                <a16:creationId xmlns:a16="http://schemas.microsoft.com/office/drawing/2014/main" id="{E3D17ADA-49B9-EBC9-77A6-4798065C4AE4}"/>
              </a:ext>
            </a:extLst>
          </p:cNvPr>
          <p:cNvCxnSpPr>
            <a:cxnSpLocks/>
            <a:stCxn id="35" idx="3"/>
            <a:endCxn id="56" idx="0"/>
          </p:cNvCxnSpPr>
          <p:nvPr/>
        </p:nvCxnSpPr>
        <p:spPr>
          <a:xfrm flipH="1">
            <a:off x="4848533" y="5864457"/>
            <a:ext cx="272387" cy="1214816"/>
          </a:xfrm>
          <a:prstGeom prst="bentConnector4">
            <a:avLst>
              <a:gd name="adj1" fmla="val -83925"/>
              <a:gd name="adj2" fmla="val 5748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xão reta 83">
            <a:extLst>
              <a:ext uri="{FF2B5EF4-FFF2-40B4-BE49-F238E27FC236}">
                <a16:creationId xmlns:a16="http://schemas.microsoft.com/office/drawing/2014/main" id="{E72E5A3F-93A8-FEBA-9B29-5DCBE1973404}"/>
              </a:ext>
            </a:extLst>
          </p:cNvPr>
          <p:cNvCxnSpPr>
            <a:cxnSpLocks/>
            <a:stCxn id="2" idx="2"/>
            <a:endCxn id="79" idx="0"/>
          </p:cNvCxnSpPr>
          <p:nvPr/>
        </p:nvCxnSpPr>
        <p:spPr>
          <a:xfrm>
            <a:off x="7695235" y="6377962"/>
            <a:ext cx="1492" cy="5681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C713516E-639C-7D3A-A113-B01F55B128FB}"/>
              </a:ext>
            </a:extLst>
          </p:cNvPr>
          <p:cNvSpPr txBox="1"/>
          <p:nvPr/>
        </p:nvSpPr>
        <p:spPr>
          <a:xfrm>
            <a:off x="7708086" y="6538901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grpSp>
        <p:nvGrpSpPr>
          <p:cNvPr id="190" name="Agrupar 189">
            <a:extLst>
              <a:ext uri="{FF2B5EF4-FFF2-40B4-BE49-F238E27FC236}">
                <a16:creationId xmlns:a16="http://schemas.microsoft.com/office/drawing/2014/main" id="{97E69EA6-DC34-9873-033A-FE3515EAA022}"/>
              </a:ext>
            </a:extLst>
          </p:cNvPr>
          <p:cNvGrpSpPr/>
          <p:nvPr/>
        </p:nvGrpSpPr>
        <p:grpSpPr>
          <a:xfrm>
            <a:off x="5558443" y="6946063"/>
            <a:ext cx="3815516" cy="979644"/>
            <a:chOff x="5597638" y="6704330"/>
            <a:chExt cx="3815516" cy="979644"/>
          </a:xfrm>
        </p:grpSpPr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31AA7BDE-24D0-8026-8F88-33341E855CFD}"/>
                </a:ext>
              </a:extLst>
            </p:cNvPr>
            <p:cNvSpPr/>
            <p:nvPr/>
          </p:nvSpPr>
          <p:spPr>
            <a:xfrm>
              <a:off x="7104389" y="6704330"/>
              <a:ext cx="1263066" cy="36389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Tem mais do que </a:t>
              </a:r>
            </a:p>
            <a:p>
              <a:pPr algn="ctr"/>
              <a:r>
                <a:rPr lang="pt-PT" sz="1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um ramal?</a:t>
              </a:r>
            </a:p>
          </p:txBody>
        </p:sp>
        <p:cxnSp>
          <p:nvCxnSpPr>
            <p:cNvPr id="90" name="Conexão reta 89">
              <a:extLst>
                <a:ext uri="{FF2B5EF4-FFF2-40B4-BE49-F238E27FC236}">
                  <a16:creationId xmlns:a16="http://schemas.microsoft.com/office/drawing/2014/main" id="{11E03DBD-D9D4-BB4F-6FF6-0B5495D0CD6A}"/>
                </a:ext>
              </a:extLst>
            </p:cNvPr>
            <p:cNvCxnSpPr>
              <a:cxnSpLocks/>
            </p:cNvCxnSpPr>
            <p:nvPr/>
          </p:nvCxnSpPr>
          <p:spPr>
            <a:xfrm>
              <a:off x="7738581" y="7074149"/>
              <a:ext cx="0" cy="422247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xão reta unidirecional 91">
              <a:extLst>
                <a:ext uri="{FF2B5EF4-FFF2-40B4-BE49-F238E27FC236}">
                  <a16:creationId xmlns:a16="http://schemas.microsoft.com/office/drawing/2014/main" id="{46815638-5F2C-A1CF-E67E-1A22BDF14097}"/>
                </a:ext>
              </a:extLst>
            </p:cNvPr>
            <p:cNvCxnSpPr>
              <a:cxnSpLocks/>
              <a:stCxn id="104" idx="3"/>
              <a:endCxn id="107" idx="1"/>
            </p:cNvCxnSpPr>
            <p:nvPr/>
          </p:nvCxnSpPr>
          <p:spPr>
            <a:xfrm>
              <a:off x="7097004" y="7489353"/>
              <a:ext cx="1263065" cy="12672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CaixaDeTexto 98">
              <a:extLst>
                <a:ext uri="{FF2B5EF4-FFF2-40B4-BE49-F238E27FC236}">
                  <a16:creationId xmlns:a16="http://schemas.microsoft.com/office/drawing/2014/main" id="{9E40C264-117B-54D9-831E-92411F2B62C6}"/>
                </a:ext>
              </a:extLst>
            </p:cNvPr>
            <p:cNvSpPr txBox="1"/>
            <p:nvPr/>
          </p:nvSpPr>
          <p:spPr>
            <a:xfrm>
              <a:off x="7847844" y="7250174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Não</a:t>
              </a:r>
            </a:p>
          </p:txBody>
        </p:sp>
        <p:sp>
          <p:nvSpPr>
            <p:cNvPr id="102" name="CaixaDeTexto 101">
              <a:extLst>
                <a:ext uri="{FF2B5EF4-FFF2-40B4-BE49-F238E27FC236}">
                  <a16:creationId xmlns:a16="http://schemas.microsoft.com/office/drawing/2014/main" id="{4027FC91-F825-2BDD-E5BC-72AE6533A939}"/>
                </a:ext>
              </a:extLst>
            </p:cNvPr>
            <p:cNvSpPr txBox="1"/>
            <p:nvPr/>
          </p:nvSpPr>
          <p:spPr>
            <a:xfrm>
              <a:off x="7230077" y="7250174"/>
              <a:ext cx="3754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</a:t>
              </a:r>
            </a:p>
          </p:txBody>
        </p:sp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id="{2C95AC84-A1A4-A451-A003-8FBB3B002ED7}"/>
                </a:ext>
              </a:extLst>
            </p:cNvPr>
            <p:cNvSpPr/>
            <p:nvPr/>
          </p:nvSpPr>
          <p:spPr>
            <a:xfrm>
              <a:off x="5597638" y="7320076"/>
              <a:ext cx="1499366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PCE (empreendimentos)</a:t>
              </a:r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6B31ACCB-B0EB-970F-5DA8-16087CDB036B}"/>
                </a:ext>
              </a:extLst>
            </p:cNvPr>
            <p:cNvSpPr/>
            <p:nvPr/>
          </p:nvSpPr>
          <p:spPr>
            <a:xfrm>
              <a:off x="8360069" y="7320076"/>
              <a:ext cx="1053085" cy="3638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PC2 </a:t>
              </a:r>
            </a:p>
          </p:txBody>
        </p:sp>
      </p:grp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3ACB9B3D-5DF0-A9E6-E386-F3EBDC2AF362}"/>
              </a:ext>
            </a:extLst>
          </p:cNvPr>
          <p:cNvSpPr txBox="1"/>
          <p:nvPr/>
        </p:nvSpPr>
        <p:spPr>
          <a:xfrm>
            <a:off x="1835763" y="4999399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30C89424-42AC-4703-1EA6-C86AFF6A4D6F}"/>
              </a:ext>
            </a:extLst>
          </p:cNvPr>
          <p:cNvSpPr txBox="1"/>
          <p:nvPr/>
        </p:nvSpPr>
        <p:spPr>
          <a:xfrm>
            <a:off x="2076087" y="6754871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63374A2F-B99A-B9D2-5772-1447D132CB10}"/>
              </a:ext>
            </a:extLst>
          </p:cNvPr>
          <p:cNvSpPr txBox="1"/>
          <p:nvPr/>
        </p:nvSpPr>
        <p:spPr>
          <a:xfrm>
            <a:off x="449105" y="7501521"/>
            <a:ext cx="13801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instalação:</a:t>
            </a:r>
          </a:p>
          <a:p>
            <a:pPr algn="ctr"/>
            <a:r>
              <a:rPr lang="pt-PT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Condomínio fechado</a:t>
            </a:r>
          </a:p>
        </p:txBody>
      </p:sp>
      <p:sp>
        <p:nvSpPr>
          <p:cNvPr id="136" name="Retângulo 135">
            <a:extLst>
              <a:ext uri="{FF2B5EF4-FFF2-40B4-BE49-F238E27FC236}">
                <a16:creationId xmlns:a16="http://schemas.microsoft.com/office/drawing/2014/main" id="{16CABB33-511F-BDB0-34AC-B237D71C2972}"/>
              </a:ext>
            </a:extLst>
          </p:cNvPr>
          <p:cNvSpPr/>
          <p:nvPr/>
        </p:nvSpPr>
        <p:spPr>
          <a:xfrm>
            <a:off x="10042896" y="2895911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Alterar potência</a:t>
            </a:r>
          </a:p>
        </p:txBody>
      </p:sp>
      <p:cxnSp>
        <p:nvCxnSpPr>
          <p:cNvPr id="137" name="Conexão reta 136">
            <a:extLst>
              <a:ext uri="{FF2B5EF4-FFF2-40B4-BE49-F238E27FC236}">
                <a16:creationId xmlns:a16="http://schemas.microsoft.com/office/drawing/2014/main" id="{B1B6D8D7-D7C6-AF94-BD12-A28C2F0FD96B}"/>
              </a:ext>
            </a:extLst>
          </p:cNvPr>
          <p:cNvCxnSpPr>
            <a:cxnSpLocks/>
          </p:cNvCxnSpPr>
          <p:nvPr/>
        </p:nvCxnSpPr>
        <p:spPr>
          <a:xfrm>
            <a:off x="10677088" y="3265730"/>
            <a:ext cx="0" cy="445522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xão reta unidirecional 137">
            <a:extLst>
              <a:ext uri="{FF2B5EF4-FFF2-40B4-BE49-F238E27FC236}">
                <a16:creationId xmlns:a16="http://schemas.microsoft.com/office/drawing/2014/main" id="{26252890-6DF9-9AEE-8C02-5E3A7061A66B}"/>
              </a:ext>
            </a:extLst>
          </p:cNvPr>
          <p:cNvCxnSpPr>
            <a:cxnSpLocks/>
            <a:stCxn id="159" idx="3"/>
            <a:endCxn id="199" idx="1"/>
          </p:cNvCxnSpPr>
          <p:nvPr/>
        </p:nvCxnSpPr>
        <p:spPr>
          <a:xfrm flipV="1">
            <a:off x="10039571" y="3707366"/>
            <a:ext cx="1234039" cy="104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6DFB62BA-2B89-7BD8-D6D1-A7DC7C06AF1E}"/>
              </a:ext>
            </a:extLst>
          </p:cNvPr>
          <p:cNvSpPr txBox="1"/>
          <p:nvPr/>
        </p:nvSpPr>
        <p:spPr>
          <a:xfrm>
            <a:off x="10786351" y="344175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36998025-BD50-495F-68AB-8A169EE89481}"/>
              </a:ext>
            </a:extLst>
          </p:cNvPr>
          <p:cNvSpPr txBox="1"/>
          <p:nvPr/>
        </p:nvSpPr>
        <p:spPr>
          <a:xfrm>
            <a:off x="10168584" y="3441755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151" name="Conexão reta unidirecional 150">
            <a:extLst>
              <a:ext uri="{FF2B5EF4-FFF2-40B4-BE49-F238E27FC236}">
                <a16:creationId xmlns:a16="http://schemas.microsoft.com/office/drawing/2014/main" id="{76F51CAC-971D-AD57-6743-FA7705DEF802}"/>
              </a:ext>
            </a:extLst>
          </p:cNvPr>
          <p:cNvCxnSpPr>
            <a:cxnSpLocks/>
            <a:stCxn id="155" idx="2"/>
            <a:endCxn id="154" idx="0"/>
          </p:cNvCxnSpPr>
          <p:nvPr/>
        </p:nvCxnSpPr>
        <p:spPr>
          <a:xfrm>
            <a:off x="9543335" y="4776993"/>
            <a:ext cx="0" cy="43849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FFD0F1CD-D138-A4E6-4C50-486A8113BB9F}"/>
              </a:ext>
            </a:extLst>
          </p:cNvPr>
          <p:cNvSpPr txBox="1"/>
          <p:nvPr/>
        </p:nvSpPr>
        <p:spPr>
          <a:xfrm>
            <a:off x="9567266" y="4857111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153" name="Conexão reta 152">
            <a:extLst>
              <a:ext uri="{FF2B5EF4-FFF2-40B4-BE49-F238E27FC236}">
                <a16:creationId xmlns:a16="http://schemas.microsoft.com/office/drawing/2014/main" id="{CA375073-ED15-F252-F624-B2D56A1D52D3}"/>
              </a:ext>
            </a:extLst>
          </p:cNvPr>
          <p:cNvCxnSpPr>
            <a:cxnSpLocks/>
            <a:stCxn id="159" idx="2"/>
            <a:endCxn id="155" idx="0"/>
          </p:cNvCxnSpPr>
          <p:nvPr/>
        </p:nvCxnSpPr>
        <p:spPr>
          <a:xfrm>
            <a:off x="9543335" y="3918521"/>
            <a:ext cx="0" cy="43825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tângulo 153">
            <a:extLst>
              <a:ext uri="{FF2B5EF4-FFF2-40B4-BE49-F238E27FC236}">
                <a16:creationId xmlns:a16="http://schemas.microsoft.com/office/drawing/2014/main" id="{D00BF36E-A902-E976-6ADD-FA58E09B9F3F}"/>
              </a:ext>
            </a:extLst>
          </p:cNvPr>
          <p:cNvSpPr/>
          <p:nvPr/>
        </p:nvSpPr>
        <p:spPr>
          <a:xfrm>
            <a:off x="9047098" y="5215483"/>
            <a:ext cx="992473" cy="42021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Alterar potência BT</a:t>
            </a:r>
          </a:p>
        </p:txBody>
      </p:sp>
      <p:sp>
        <p:nvSpPr>
          <p:cNvPr id="155" name="Retângulo 154">
            <a:extLst>
              <a:ext uri="{FF2B5EF4-FFF2-40B4-BE49-F238E27FC236}">
                <a16:creationId xmlns:a16="http://schemas.microsoft.com/office/drawing/2014/main" id="{3FDCB294-FAE4-3DC0-E09E-58404D3EC984}"/>
              </a:ext>
            </a:extLst>
          </p:cNvPr>
          <p:cNvSpPr/>
          <p:nvPr/>
        </p:nvSpPr>
        <p:spPr>
          <a:xfrm>
            <a:off x="9047098" y="4356776"/>
            <a:ext cx="992473" cy="4202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Já tem PCND?</a:t>
            </a:r>
          </a:p>
        </p:txBody>
      </p:sp>
      <p:sp>
        <p:nvSpPr>
          <p:cNvPr id="159" name="Retângulo 158">
            <a:extLst>
              <a:ext uri="{FF2B5EF4-FFF2-40B4-BE49-F238E27FC236}">
                <a16:creationId xmlns:a16="http://schemas.microsoft.com/office/drawing/2014/main" id="{B6C3B926-9315-333E-C993-CD9D0F3FD96A}"/>
              </a:ext>
            </a:extLst>
          </p:cNvPr>
          <p:cNvSpPr/>
          <p:nvPr/>
        </p:nvSpPr>
        <p:spPr>
          <a:xfrm>
            <a:off x="9047098" y="3498304"/>
            <a:ext cx="992473" cy="4202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Potência &gt; 41,40kVA?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1792F794-70E4-23D1-D277-CD31A3189615}"/>
              </a:ext>
            </a:extLst>
          </p:cNvPr>
          <p:cNvSpPr txBox="1"/>
          <p:nvPr/>
        </p:nvSpPr>
        <p:spPr>
          <a:xfrm>
            <a:off x="9555934" y="3992423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166" name="Conexão: Ângulo Reto 165">
            <a:extLst>
              <a:ext uri="{FF2B5EF4-FFF2-40B4-BE49-F238E27FC236}">
                <a16:creationId xmlns:a16="http://schemas.microsoft.com/office/drawing/2014/main" id="{D2695794-1A54-C325-690B-4DDB21D2E686}"/>
              </a:ext>
            </a:extLst>
          </p:cNvPr>
          <p:cNvCxnSpPr>
            <a:cxnSpLocks/>
            <a:stCxn id="159" idx="1"/>
            <a:endCxn id="154" idx="1"/>
          </p:cNvCxnSpPr>
          <p:nvPr/>
        </p:nvCxnSpPr>
        <p:spPr>
          <a:xfrm rot="10800000" flipV="1">
            <a:off x="9047098" y="3708412"/>
            <a:ext cx="12700" cy="1717179"/>
          </a:xfrm>
          <a:prstGeom prst="bentConnector3">
            <a:avLst>
              <a:gd name="adj1" fmla="val 380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D75D5155-E7DE-737C-55E2-143252906170}"/>
              </a:ext>
            </a:extLst>
          </p:cNvPr>
          <p:cNvSpPr txBox="1"/>
          <p:nvPr/>
        </p:nvSpPr>
        <p:spPr>
          <a:xfrm>
            <a:off x="8562538" y="444246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183" name="Conexão: Ângulo Reto 182">
            <a:extLst>
              <a:ext uri="{FF2B5EF4-FFF2-40B4-BE49-F238E27FC236}">
                <a16:creationId xmlns:a16="http://schemas.microsoft.com/office/drawing/2014/main" id="{2F685087-D8CE-5A16-E102-1688327767D1}"/>
              </a:ext>
            </a:extLst>
          </p:cNvPr>
          <p:cNvCxnSpPr>
            <a:stCxn id="155" idx="3"/>
            <a:endCxn id="154" idx="3"/>
          </p:cNvCxnSpPr>
          <p:nvPr/>
        </p:nvCxnSpPr>
        <p:spPr>
          <a:xfrm>
            <a:off x="10039571" y="4566885"/>
            <a:ext cx="12700" cy="858707"/>
          </a:xfrm>
          <a:prstGeom prst="bentConnector3">
            <a:avLst>
              <a:gd name="adj1" fmla="val 450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13F28F38-97EE-3F82-700D-F8FF5579D03A}"/>
              </a:ext>
            </a:extLst>
          </p:cNvPr>
          <p:cNvSpPr txBox="1"/>
          <p:nvPr/>
        </p:nvSpPr>
        <p:spPr>
          <a:xfrm>
            <a:off x="10231349" y="4850951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195" name="Conexão reta 194">
            <a:extLst>
              <a:ext uri="{FF2B5EF4-FFF2-40B4-BE49-F238E27FC236}">
                <a16:creationId xmlns:a16="http://schemas.microsoft.com/office/drawing/2014/main" id="{291DF5A4-DC96-18E3-A28B-5C85995D99A1}"/>
              </a:ext>
            </a:extLst>
          </p:cNvPr>
          <p:cNvCxnSpPr>
            <a:cxnSpLocks/>
            <a:stCxn id="199" idx="2"/>
            <a:endCxn id="196" idx="0"/>
          </p:cNvCxnSpPr>
          <p:nvPr/>
        </p:nvCxnSpPr>
        <p:spPr>
          <a:xfrm>
            <a:off x="11856628" y="3917474"/>
            <a:ext cx="213" cy="43862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E85BBF85-2F21-6511-C2B9-AE9DF99C56A9}"/>
              </a:ext>
            </a:extLst>
          </p:cNvPr>
          <p:cNvSpPr/>
          <p:nvPr/>
        </p:nvSpPr>
        <p:spPr>
          <a:xfrm>
            <a:off x="11360604" y="4356100"/>
            <a:ext cx="992473" cy="42021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Alterar Ponto de Entrega</a:t>
            </a: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0BD89CD6-3E86-CA92-21A2-056F42DA89D8}"/>
              </a:ext>
            </a:extLst>
          </p:cNvPr>
          <p:cNvSpPr txBox="1"/>
          <p:nvPr/>
        </p:nvSpPr>
        <p:spPr>
          <a:xfrm>
            <a:off x="11861294" y="3993063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99" name="Retângulo 198">
            <a:extLst>
              <a:ext uri="{FF2B5EF4-FFF2-40B4-BE49-F238E27FC236}">
                <a16:creationId xmlns:a16="http://schemas.microsoft.com/office/drawing/2014/main" id="{530595F8-B794-28BF-2502-2AE7F081A6C1}"/>
              </a:ext>
            </a:extLst>
          </p:cNvPr>
          <p:cNvSpPr/>
          <p:nvPr/>
        </p:nvSpPr>
        <p:spPr>
          <a:xfrm>
            <a:off x="11273610" y="3497257"/>
            <a:ext cx="1166035" cy="4202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Alterar Local Ponto de Entrega?</a:t>
            </a:r>
          </a:p>
        </p:txBody>
      </p:sp>
      <p:sp>
        <p:nvSpPr>
          <p:cNvPr id="212" name="Retângulo 211">
            <a:extLst>
              <a:ext uri="{FF2B5EF4-FFF2-40B4-BE49-F238E27FC236}">
                <a16:creationId xmlns:a16="http://schemas.microsoft.com/office/drawing/2014/main" id="{57A581AE-774B-75E2-891D-5D52865A8985}"/>
              </a:ext>
            </a:extLst>
          </p:cNvPr>
          <p:cNvSpPr/>
          <p:nvPr/>
        </p:nvSpPr>
        <p:spPr>
          <a:xfrm>
            <a:off x="9814663" y="1738128"/>
            <a:ext cx="1723856" cy="67971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Pretende alterar as condições de alimentação da sua instalação?</a:t>
            </a:r>
          </a:p>
        </p:txBody>
      </p:sp>
      <p:cxnSp>
        <p:nvCxnSpPr>
          <p:cNvPr id="213" name="Conexão reta unidirecional 212">
            <a:extLst>
              <a:ext uri="{FF2B5EF4-FFF2-40B4-BE49-F238E27FC236}">
                <a16:creationId xmlns:a16="http://schemas.microsoft.com/office/drawing/2014/main" id="{D344CA61-FDF4-FD20-7C6F-B8D40198F244}"/>
              </a:ext>
            </a:extLst>
          </p:cNvPr>
          <p:cNvCxnSpPr>
            <a:cxnSpLocks/>
            <a:stCxn id="212" idx="2"/>
            <a:endCxn id="136" idx="0"/>
          </p:cNvCxnSpPr>
          <p:nvPr/>
        </p:nvCxnSpPr>
        <p:spPr>
          <a:xfrm flipH="1">
            <a:off x="10674429" y="2417841"/>
            <a:ext cx="2162" cy="47807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CaixaDeTexto 213">
            <a:extLst>
              <a:ext uri="{FF2B5EF4-FFF2-40B4-BE49-F238E27FC236}">
                <a16:creationId xmlns:a16="http://schemas.microsoft.com/office/drawing/2014/main" id="{9F32519C-8CD2-A8D5-50A2-3F94FE279DC9}"/>
              </a:ext>
            </a:extLst>
          </p:cNvPr>
          <p:cNvSpPr txBox="1"/>
          <p:nvPr/>
        </p:nvSpPr>
        <p:spPr>
          <a:xfrm>
            <a:off x="10708122" y="2520110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218" name="Retângulo 217">
            <a:extLst>
              <a:ext uri="{FF2B5EF4-FFF2-40B4-BE49-F238E27FC236}">
                <a16:creationId xmlns:a16="http://schemas.microsoft.com/office/drawing/2014/main" id="{746E9E56-9D60-10B6-9B14-DE69154149F2}"/>
              </a:ext>
            </a:extLst>
          </p:cNvPr>
          <p:cNvSpPr/>
          <p:nvPr/>
        </p:nvSpPr>
        <p:spPr>
          <a:xfrm>
            <a:off x="10795214" y="6048443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Rede BT</a:t>
            </a:r>
          </a:p>
        </p:txBody>
      </p:sp>
      <p:cxnSp>
        <p:nvCxnSpPr>
          <p:cNvPr id="219" name="Conexão reta 218">
            <a:extLst>
              <a:ext uri="{FF2B5EF4-FFF2-40B4-BE49-F238E27FC236}">
                <a16:creationId xmlns:a16="http://schemas.microsoft.com/office/drawing/2014/main" id="{DB9BC815-8BB2-4458-4E92-13B7F0E70BE8}"/>
              </a:ext>
            </a:extLst>
          </p:cNvPr>
          <p:cNvCxnSpPr>
            <a:cxnSpLocks/>
          </p:cNvCxnSpPr>
          <p:nvPr/>
        </p:nvCxnSpPr>
        <p:spPr>
          <a:xfrm>
            <a:off x="11429406" y="6418262"/>
            <a:ext cx="0" cy="445522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exão reta unidirecional 219">
            <a:extLst>
              <a:ext uri="{FF2B5EF4-FFF2-40B4-BE49-F238E27FC236}">
                <a16:creationId xmlns:a16="http://schemas.microsoft.com/office/drawing/2014/main" id="{F0E7D355-923D-58D7-4B3F-D9830D9C82CE}"/>
              </a:ext>
            </a:extLst>
          </p:cNvPr>
          <p:cNvCxnSpPr>
            <a:cxnSpLocks/>
            <a:stCxn id="223" idx="3"/>
            <a:endCxn id="224" idx="1"/>
          </p:cNvCxnSpPr>
          <p:nvPr/>
        </p:nvCxnSpPr>
        <p:spPr>
          <a:xfrm flipV="1">
            <a:off x="10791889" y="6859898"/>
            <a:ext cx="1234039" cy="104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CaixaDeTexto 220">
            <a:extLst>
              <a:ext uri="{FF2B5EF4-FFF2-40B4-BE49-F238E27FC236}">
                <a16:creationId xmlns:a16="http://schemas.microsoft.com/office/drawing/2014/main" id="{6C6C66EF-8B9A-A3C4-0595-4E111F965CC6}"/>
              </a:ext>
            </a:extLst>
          </p:cNvPr>
          <p:cNvSpPr txBox="1"/>
          <p:nvPr/>
        </p:nvSpPr>
        <p:spPr>
          <a:xfrm>
            <a:off x="11538669" y="6594287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F538F7D6-6C82-8180-065C-4A17458606CD}"/>
              </a:ext>
            </a:extLst>
          </p:cNvPr>
          <p:cNvSpPr txBox="1"/>
          <p:nvPr/>
        </p:nvSpPr>
        <p:spPr>
          <a:xfrm>
            <a:off x="10920902" y="6594287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223" name="Retângulo 222">
            <a:extLst>
              <a:ext uri="{FF2B5EF4-FFF2-40B4-BE49-F238E27FC236}">
                <a16:creationId xmlns:a16="http://schemas.microsoft.com/office/drawing/2014/main" id="{BC594C78-8AF7-CA63-08E9-EBEDE57E6442}"/>
              </a:ext>
            </a:extLst>
          </p:cNvPr>
          <p:cNvSpPr/>
          <p:nvPr/>
        </p:nvSpPr>
        <p:spPr>
          <a:xfrm>
            <a:off x="9799416" y="6650836"/>
            <a:ext cx="992473" cy="42021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Desvio de Rede BT</a:t>
            </a:r>
          </a:p>
        </p:txBody>
      </p:sp>
      <p:sp>
        <p:nvSpPr>
          <p:cNvPr id="224" name="Retângulo 223">
            <a:extLst>
              <a:ext uri="{FF2B5EF4-FFF2-40B4-BE49-F238E27FC236}">
                <a16:creationId xmlns:a16="http://schemas.microsoft.com/office/drawing/2014/main" id="{45175F49-16EA-F2F9-5123-C91A3B91A163}"/>
              </a:ext>
            </a:extLst>
          </p:cNvPr>
          <p:cNvSpPr/>
          <p:nvPr/>
        </p:nvSpPr>
        <p:spPr>
          <a:xfrm>
            <a:off x="12025928" y="6649789"/>
            <a:ext cx="1166035" cy="42021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Desvio de Rede</a:t>
            </a:r>
          </a:p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</a:t>
            </a:r>
          </a:p>
        </p:txBody>
      </p:sp>
      <p:cxnSp>
        <p:nvCxnSpPr>
          <p:cNvPr id="226" name="Conexão: Ângulo Reto 225">
            <a:extLst>
              <a:ext uri="{FF2B5EF4-FFF2-40B4-BE49-F238E27FC236}">
                <a16:creationId xmlns:a16="http://schemas.microsoft.com/office/drawing/2014/main" id="{542A8076-2015-FE0B-DF31-5C269967143A}"/>
              </a:ext>
            </a:extLst>
          </p:cNvPr>
          <p:cNvCxnSpPr>
            <a:stCxn id="212" idx="3"/>
            <a:endCxn id="218" idx="3"/>
          </p:cNvCxnSpPr>
          <p:nvPr/>
        </p:nvCxnSpPr>
        <p:spPr>
          <a:xfrm>
            <a:off x="11538519" y="2077985"/>
            <a:ext cx="519761" cy="4152405"/>
          </a:xfrm>
          <a:prstGeom prst="bentConnector3">
            <a:avLst>
              <a:gd name="adj1" fmla="val 317466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exão reta 231">
            <a:extLst>
              <a:ext uri="{FF2B5EF4-FFF2-40B4-BE49-F238E27FC236}">
                <a16:creationId xmlns:a16="http://schemas.microsoft.com/office/drawing/2014/main" id="{067FC132-AE38-A9F9-38CC-EED9DA4CEF5F}"/>
              </a:ext>
            </a:extLst>
          </p:cNvPr>
          <p:cNvCxnSpPr>
            <a:cxnSpLocks/>
            <a:stCxn id="199" idx="3"/>
          </p:cNvCxnSpPr>
          <p:nvPr/>
        </p:nvCxnSpPr>
        <p:spPr>
          <a:xfrm flipV="1">
            <a:off x="12439645" y="3704963"/>
            <a:ext cx="761600" cy="2403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CaixaDeTexto 232">
            <a:extLst>
              <a:ext uri="{FF2B5EF4-FFF2-40B4-BE49-F238E27FC236}">
                <a16:creationId xmlns:a16="http://schemas.microsoft.com/office/drawing/2014/main" id="{5791AFB3-4258-D940-CC0B-2FAD35130AC1}"/>
              </a:ext>
            </a:extLst>
          </p:cNvPr>
          <p:cNvSpPr txBox="1"/>
          <p:nvPr/>
        </p:nvSpPr>
        <p:spPr>
          <a:xfrm>
            <a:off x="12085549" y="182526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234" name="CaixaDeTexto 233">
            <a:extLst>
              <a:ext uri="{FF2B5EF4-FFF2-40B4-BE49-F238E27FC236}">
                <a16:creationId xmlns:a16="http://schemas.microsoft.com/office/drawing/2014/main" id="{57B5E28E-0A03-D0EA-822A-6BAC7F58397B}"/>
              </a:ext>
            </a:extLst>
          </p:cNvPr>
          <p:cNvSpPr txBox="1"/>
          <p:nvPr/>
        </p:nvSpPr>
        <p:spPr>
          <a:xfrm>
            <a:off x="12598162" y="344713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8" name="Conexão reta unidirecional 37">
            <a:extLst>
              <a:ext uri="{FF2B5EF4-FFF2-40B4-BE49-F238E27FC236}">
                <a16:creationId xmlns:a16="http://schemas.microsoft.com/office/drawing/2014/main" id="{72A159B3-3BF9-7C91-CB29-0E1DA0B030B7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1700008" y="3192390"/>
            <a:ext cx="646934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40">
            <a:extLst>
              <a:ext uri="{FF2B5EF4-FFF2-40B4-BE49-F238E27FC236}">
                <a16:creationId xmlns:a16="http://schemas.microsoft.com/office/drawing/2014/main" id="{2ABCAF77-A487-18D7-0BC9-6B033D242663}"/>
              </a:ext>
            </a:extLst>
          </p:cNvPr>
          <p:cNvSpPr txBox="1"/>
          <p:nvPr/>
        </p:nvSpPr>
        <p:spPr>
          <a:xfrm>
            <a:off x="1751033" y="2913992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23" name="Retângulo 6">
            <a:extLst>
              <a:ext uri="{FF2B5EF4-FFF2-40B4-BE49-F238E27FC236}">
                <a16:creationId xmlns:a16="http://schemas.microsoft.com/office/drawing/2014/main" id="{A76A292C-F2D5-F403-3B8C-9E9ED38D0E70}"/>
              </a:ext>
            </a:extLst>
          </p:cNvPr>
          <p:cNvSpPr/>
          <p:nvPr/>
        </p:nvSpPr>
        <p:spPr>
          <a:xfrm>
            <a:off x="2235692" y="5703850"/>
            <a:ext cx="1053085" cy="36389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 mais do um CPE?</a:t>
            </a:r>
          </a:p>
        </p:txBody>
      </p:sp>
      <p:sp>
        <p:nvSpPr>
          <p:cNvPr id="35" name="Retângulo 6">
            <a:extLst>
              <a:ext uri="{FF2B5EF4-FFF2-40B4-BE49-F238E27FC236}">
                <a16:creationId xmlns:a16="http://schemas.microsoft.com/office/drawing/2014/main" id="{5EEF1B9C-9709-94FA-5FD3-8ADF83C0F166}"/>
              </a:ext>
            </a:extLst>
          </p:cNvPr>
          <p:cNvSpPr/>
          <p:nvPr/>
        </p:nvSpPr>
        <p:spPr>
          <a:xfrm>
            <a:off x="3857854" y="5682510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Destina-se a habitação?</a:t>
            </a:r>
          </a:p>
        </p:txBody>
      </p:sp>
      <p:sp>
        <p:nvSpPr>
          <p:cNvPr id="37" name="Retângulo 6">
            <a:extLst>
              <a:ext uri="{FF2B5EF4-FFF2-40B4-BE49-F238E27FC236}">
                <a16:creationId xmlns:a16="http://schemas.microsoft.com/office/drawing/2014/main" id="{DF52A610-417D-75B0-1B13-AEBE725D2C0A}"/>
              </a:ext>
            </a:extLst>
          </p:cNvPr>
          <p:cNvSpPr/>
          <p:nvPr/>
        </p:nvSpPr>
        <p:spPr>
          <a:xfrm>
            <a:off x="303861" y="5705591"/>
            <a:ext cx="1263066" cy="36389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 condomínio fechado?</a:t>
            </a:r>
          </a:p>
        </p:txBody>
      </p:sp>
      <p:sp>
        <p:nvSpPr>
          <p:cNvPr id="44" name="CaixaDeTexto 115">
            <a:extLst>
              <a:ext uri="{FF2B5EF4-FFF2-40B4-BE49-F238E27FC236}">
                <a16:creationId xmlns:a16="http://schemas.microsoft.com/office/drawing/2014/main" id="{7A39D10E-1992-C741-B940-2AB2BDD2BCC7}"/>
              </a:ext>
            </a:extLst>
          </p:cNvPr>
          <p:cNvSpPr txBox="1"/>
          <p:nvPr/>
        </p:nvSpPr>
        <p:spPr>
          <a:xfrm>
            <a:off x="4900033" y="6571738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45" name="Conexão reta unidirecional 212">
            <a:extLst>
              <a:ext uri="{FF2B5EF4-FFF2-40B4-BE49-F238E27FC236}">
                <a16:creationId xmlns:a16="http://schemas.microsoft.com/office/drawing/2014/main" id="{A7A8B4EE-F303-7C3B-5278-FDD60774C589}"/>
              </a:ext>
            </a:extLst>
          </p:cNvPr>
          <p:cNvCxnSpPr>
            <a:cxnSpLocks/>
          </p:cNvCxnSpPr>
          <p:nvPr/>
        </p:nvCxnSpPr>
        <p:spPr>
          <a:xfrm>
            <a:off x="4029543" y="6075014"/>
            <a:ext cx="526" cy="10042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213">
            <a:extLst>
              <a:ext uri="{FF2B5EF4-FFF2-40B4-BE49-F238E27FC236}">
                <a16:creationId xmlns:a16="http://schemas.microsoft.com/office/drawing/2014/main" id="{6FE5F665-B248-2878-F3D7-978C9B620C00}"/>
              </a:ext>
            </a:extLst>
          </p:cNvPr>
          <p:cNvSpPr txBox="1"/>
          <p:nvPr/>
        </p:nvSpPr>
        <p:spPr>
          <a:xfrm>
            <a:off x="4061074" y="6177283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52" name="Conexão reta 79">
            <a:extLst>
              <a:ext uri="{FF2B5EF4-FFF2-40B4-BE49-F238E27FC236}">
                <a16:creationId xmlns:a16="http://schemas.microsoft.com/office/drawing/2014/main" id="{99EB341D-1200-1A5B-253D-94204D55A372}"/>
              </a:ext>
            </a:extLst>
          </p:cNvPr>
          <p:cNvCxnSpPr>
            <a:cxnSpLocks/>
          </p:cNvCxnSpPr>
          <p:nvPr/>
        </p:nvCxnSpPr>
        <p:spPr>
          <a:xfrm flipV="1">
            <a:off x="3300952" y="5888538"/>
            <a:ext cx="54864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80">
            <a:extLst>
              <a:ext uri="{FF2B5EF4-FFF2-40B4-BE49-F238E27FC236}">
                <a16:creationId xmlns:a16="http://schemas.microsoft.com/office/drawing/2014/main" id="{E079DF99-DA7A-2A9E-01F8-C88871637C01}"/>
              </a:ext>
            </a:extLst>
          </p:cNvPr>
          <p:cNvSpPr txBox="1"/>
          <p:nvPr/>
        </p:nvSpPr>
        <p:spPr>
          <a:xfrm>
            <a:off x="3337634" y="5652238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cxnSp>
        <p:nvCxnSpPr>
          <p:cNvPr id="58" name="Conexão reta 49">
            <a:extLst>
              <a:ext uri="{FF2B5EF4-FFF2-40B4-BE49-F238E27FC236}">
                <a16:creationId xmlns:a16="http://schemas.microsoft.com/office/drawing/2014/main" id="{6A856DEE-897F-C07E-0F8F-0A1980873AC1}"/>
              </a:ext>
            </a:extLst>
          </p:cNvPr>
          <p:cNvCxnSpPr>
            <a:cxnSpLocks/>
          </p:cNvCxnSpPr>
          <p:nvPr/>
        </p:nvCxnSpPr>
        <p:spPr>
          <a:xfrm>
            <a:off x="1588445" y="5906138"/>
            <a:ext cx="64693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114">
            <a:extLst>
              <a:ext uri="{FF2B5EF4-FFF2-40B4-BE49-F238E27FC236}">
                <a16:creationId xmlns:a16="http://schemas.microsoft.com/office/drawing/2014/main" id="{5B26BEFD-71E2-65E3-9976-CE2BF038FA28}"/>
              </a:ext>
            </a:extLst>
          </p:cNvPr>
          <p:cNvSpPr txBox="1"/>
          <p:nvPr/>
        </p:nvSpPr>
        <p:spPr>
          <a:xfrm>
            <a:off x="1724200" y="5663893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62" name="Conexão reta unidirecional 212">
            <a:extLst>
              <a:ext uri="{FF2B5EF4-FFF2-40B4-BE49-F238E27FC236}">
                <a16:creationId xmlns:a16="http://schemas.microsoft.com/office/drawing/2014/main" id="{90717179-B96A-6440-4A70-870BE4366D49}"/>
              </a:ext>
            </a:extLst>
          </p:cNvPr>
          <p:cNvCxnSpPr>
            <a:cxnSpLocks/>
          </p:cNvCxnSpPr>
          <p:nvPr/>
        </p:nvCxnSpPr>
        <p:spPr>
          <a:xfrm>
            <a:off x="839191" y="6085594"/>
            <a:ext cx="526" cy="10042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aixaDeTexto 213">
            <a:extLst>
              <a:ext uri="{FF2B5EF4-FFF2-40B4-BE49-F238E27FC236}">
                <a16:creationId xmlns:a16="http://schemas.microsoft.com/office/drawing/2014/main" id="{41296081-982A-9B83-CF68-B5BB62C251D1}"/>
              </a:ext>
            </a:extLst>
          </p:cNvPr>
          <p:cNvSpPr txBox="1"/>
          <p:nvPr/>
        </p:nvSpPr>
        <p:spPr>
          <a:xfrm>
            <a:off x="870722" y="6187863"/>
            <a:ext cx="3754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cxnSp>
        <p:nvCxnSpPr>
          <p:cNvPr id="69" name="Conexão: Ângulo Reto 69">
            <a:extLst>
              <a:ext uri="{FF2B5EF4-FFF2-40B4-BE49-F238E27FC236}">
                <a16:creationId xmlns:a16="http://schemas.microsoft.com/office/drawing/2014/main" id="{BE6AAD98-2B02-9710-5AC1-72E2C807E1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9225" y="6243820"/>
            <a:ext cx="995297" cy="6410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xão reta unidirecional 212">
            <a:extLst>
              <a:ext uri="{FF2B5EF4-FFF2-40B4-BE49-F238E27FC236}">
                <a16:creationId xmlns:a16="http://schemas.microsoft.com/office/drawing/2014/main" id="{5B67BF67-F49E-BB61-FBBE-CA8E5DD5F235}"/>
              </a:ext>
            </a:extLst>
          </p:cNvPr>
          <p:cNvCxnSpPr>
            <a:cxnSpLocks/>
          </p:cNvCxnSpPr>
          <p:nvPr/>
        </p:nvCxnSpPr>
        <p:spPr>
          <a:xfrm>
            <a:off x="2877272" y="5423591"/>
            <a:ext cx="0" cy="236726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aixaDeTexto 114">
            <a:extLst>
              <a:ext uri="{FF2B5EF4-FFF2-40B4-BE49-F238E27FC236}">
                <a16:creationId xmlns:a16="http://schemas.microsoft.com/office/drawing/2014/main" id="{4B81D02F-6F15-3AB6-273D-64E02C7C7449}"/>
              </a:ext>
            </a:extLst>
          </p:cNvPr>
          <p:cNvSpPr txBox="1"/>
          <p:nvPr/>
        </p:nvSpPr>
        <p:spPr>
          <a:xfrm>
            <a:off x="2505176" y="5433997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</p:spTree>
    <p:extLst>
      <p:ext uri="{BB962C8B-B14F-4D97-AF65-F5344CB8AC3E}">
        <p14:creationId xmlns:p14="http://schemas.microsoft.com/office/powerpoint/2010/main" val="5850288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3bd21a11-0e75-48dd-9285-c43bdb198d12">
      <Terms xmlns="http://schemas.microsoft.com/office/infopath/2007/PartnerControls"/>
    </lcf76f155ced4ddcb4097134ff3c332f>
    <TaxCatchAll xmlns="913704aa-a83e-4056-8166-4fceb4d188b1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B45456D0F50E4D8A8A8A99212D97B4" ma:contentTypeVersion="18" ma:contentTypeDescription="Create a new document." ma:contentTypeScope="" ma:versionID="d11814c0eab1d0c8113b2bce3ef66162">
  <xsd:schema xmlns:xsd="http://www.w3.org/2001/XMLSchema" xmlns:xs="http://www.w3.org/2001/XMLSchema" xmlns:p="http://schemas.microsoft.com/office/2006/metadata/properties" xmlns:ns1="http://schemas.microsoft.com/sharepoint/v3" xmlns:ns2="3bd21a11-0e75-48dd-9285-c43bdb198d12" xmlns:ns3="913704aa-a83e-4056-8166-4fceb4d188b1" targetNamespace="http://schemas.microsoft.com/office/2006/metadata/properties" ma:root="true" ma:fieldsID="f3f13f08cbdd6c553c5bcc5c5a11db8b" ns1:_="" ns2:_="" ns3:_="">
    <xsd:import namespace="http://schemas.microsoft.com/sharepoint/v3"/>
    <xsd:import namespace="3bd21a11-0e75-48dd-9285-c43bdb198d12"/>
    <xsd:import namespace="913704aa-a83e-4056-8166-4fceb4d188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21a11-0e75-48dd-9285-c43bdb198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13fef0e-ad1e-4996-aa84-7ac1ebeb22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704aa-a83e-4056-8166-4fceb4d188b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2f5c0f-5591-4176-8be3-2852f08abe57}" ma:internalName="TaxCatchAll" ma:showField="CatchAllData" ma:web="913704aa-a83e-4056-8166-4fceb4d188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0CFEDA-6C7B-47D1-8ED2-CAED8A1B93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bd21a11-0e75-48dd-9285-c43bdb198d12"/>
    <ds:schemaRef ds:uri="913704aa-a83e-4056-8166-4fceb4d188b1"/>
  </ds:schemaRefs>
</ds:datastoreItem>
</file>

<file path=customXml/itemProps2.xml><?xml version="1.0" encoding="utf-8"?>
<ds:datastoreItem xmlns:ds="http://schemas.openxmlformats.org/officeDocument/2006/customXml" ds:itemID="{E7CFB5C1-F13B-48CC-9C36-FEFE6EC613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bd21a11-0e75-48dd-9285-c43bdb198d12"/>
    <ds:schemaRef ds:uri="913704aa-a83e-4056-8166-4fceb4d188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EFDB33-7881-4E9D-944F-B1B779F7E3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202</Words>
  <Application>Microsoft Office PowerPoint</Application>
  <PresentationFormat>Custom</PresentationFormat>
  <Paragraphs>86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Castor Silva RANDSTAD</dc:creator>
  <cp:lastModifiedBy>RITA SIMÃO</cp:lastModifiedBy>
  <cp:revision>24</cp:revision>
  <dcterms:created xsi:type="dcterms:W3CDTF">2025-10-28T15:30:58Z</dcterms:created>
  <dcterms:modified xsi:type="dcterms:W3CDTF">2026-01-09T22:17:52Z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11530c-902c-4b75-8616-d6c82cd1332a_Enabled">
    <vt:lpwstr>true</vt:lpwstr>
  </property>
  <property fmtid="{D5CDD505-2E9C-101B-9397-08002B2CF9AE}" pid="3" name="MSIP_Label_9811530c-902c-4b75-8616-d6c82cd1332a_SetDate">
    <vt:lpwstr>2025-10-28T15:43:23Z</vt:lpwstr>
  </property>
  <property fmtid="{D5CDD505-2E9C-101B-9397-08002B2CF9AE}" pid="4" name="MSIP_Label_9811530c-902c-4b75-8616-d6c82cd1332a_Method">
    <vt:lpwstr>Standard</vt:lpwstr>
  </property>
  <property fmtid="{D5CDD505-2E9C-101B-9397-08002B2CF9AE}" pid="5" name="MSIP_Label_9811530c-902c-4b75-8616-d6c82cd1332a_Name">
    <vt:lpwstr>9811530c-902c-4b75-8616-d6c82cd1332a</vt:lpwstr>
  </property>
  <property fmtid="{D5CDD505-2E9C-101B-9397-08002B2CF9AE}" pid="6" name="MSIP_Label_9811530c-902c-4b75-8616-d6c82cd1332a_SiteId">
    <vt:lpwstr>bf86fbdb-f8c2-440e-923c-05a60dc2bc9b</vt:lpwstr>
  </property>
  <property fmtid="{D5CDD505-2E9C-101B-9397-08002B2CF9AE}" pid="7" name="MSIP_Label_9811530c-902c-4b75-8616-d6c82cd1332a_ActionId">
    <vt:lpwstr>389e19c2-28ad-423f-8980-b45bd3a79962</vt:lpwstr>
  </property>
  <property fmtid="{D5CDD505-2E9C-101B-9397-08002B2CF9AE}" pid="8" name="MSIP_Label_9811530c-902c-4b75-8616-d6c82cd1332a_ContentBits">
    <vt:lpwstr>0</vt:lpwstr>
  </property>
  <property fmtid="{D5CDD505-2E9C-101B-9397-08002B2CF9AE}" pid="9" name="MSIP_Label_9811530c-902c-4b75-8616-d6c82cd1332a_Tag">
    <vt:lpwstr>10, 3, 0, 1</vt:lpwstr>
  </property>
  <property fmtid="{D5CDD505-2E9C-101B-9397-08002B2CF9AE}" pid="10" name="ContentTypeId">
    <vt:lpwstr>0x010100B7B45456D0F50E4D8A8A8A99212D97B4</vt:lpwstr>
  </property>
  <property fmtid="{D5CDD505-2E9C-101B-9397-08002B2CF9AE}" pid="11" name="MediaServiceImageTags">
    <vt:lpwstr/>
  </property>
</Properties>
</file>